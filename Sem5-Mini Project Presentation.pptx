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4" r:id="rId1"/>
  </p:sldMasterIdLst>
  <p:notesMasterIdLst>
    <p:notesMasterId r:id="rId13"/>
  </p:notesMasterIdLst>
  <p:sldIdLst>
    <p:sldId id="256" r:id="rId2"/>
    <p:sldId id="259" r:id="rId3"/>
    <p:sldId id="260" r:id="rId4"/>
    <p:sldId id="261" r:id="rId5"/>
    <p:sldId id="263" r:id="rId6"/>
    <p:sldId id="262" r:id="rId7"/>
    <p:sldId id="264" r:id="rId8"/>
    <p:sldId id="265" r:id="rId9"/>
    <p:sldId id="266" r:id="rId10"/>
    <p:sldId id="267" r:id="rId11"/>
    <p:sldId id="268"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C9ED9E-1F1A-452E-B81F-F00767BF9796}" v="454" dt="2023-09-13T19:10:26.2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77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rna Mumbaikar" userId="ffb0f9b10a3b5384" providerId="LiveId" clId="{C5C9ED9E-1F1A-452E-B81F-F00767BF9796}"/>
    <pc:docChg chg="undo custSel addSld delSld modSld sldOrd modMainMaster">
      <pc:chgData name="Prerna Mumbaikar" userId="ffb0f9b10a3b5384" providerId="LiveId" clId="{C5C9ED9E-1F1A-452E-B81F-F00767BF9796}" dt="2023-09-13T19:11:47.185" v="1908" actId="20577"/>
      <pc:docMkLst>
        <pc:docMk/>
      </pc:docMkLst>
      <pc:sldChg chg="modSp mod">
        <pc:chgData name="Prerna Mumbaikar" userId="ffb0f9b10a3b5384" providerId="LiveId" clId="{C5C9ED9E-1F1A-452E-B81F-F00767BF9796}" dt="2023-09-13T19:04:50.072" v="1818" actId="27636"/>
        <pc:sldMkLst>
          <pc:docMk/>
          <pc:sldMk cId="0" sldId="256"/>
        </pc:sldMkLst>
        <pc:spChg chg="mod">
          <ac:chgData name="Prerna Mumbaikar" userId="ffb0f9b10a3b5384" providerId="LiveId" clId="{C5C9ED9E-1F1A-452E-B81F-F00767BF9796}" dt="2023-09-07T07:08:40.383" v="915" actId="20577"/>
          <ac:spMkLst>
            <pc:docMk/>
            <pc:sldMk cId="0" sldId="256"/>
            <ac:spMk id="14338" creationId="{C147DBA1-1567-868B-B980-DAA8CE8FD0B7}"/>
          </ac:spMkLst>
        </pc:spChg>
        <pc:spChg chg="mod">
          <ac:chgData name="Prerna Mumbaikar" userId="ffb0f9b10a3b5384" providerId="LiveId" clId="{C5C9ED9E-1F1A-452E-B81F-F00767BF9796}" dt="2023-09-13T19:04:50.072" v="1818" actId="27636"/>
          <ac:spMkLst>
            <pc:docMk/>
            <pc:sldMk cId="0" sldId="256"/>
            <ac:spMk id="14339" creationId="{BF26BB8E-C78F-FC00-4DB4-02862E59D1D4}"/>
          </ac:spMkLst>
        </pc:spChg>
        <pc:spChg chg="mod">
          <ac:chgData name="Prerna Mumbaikar" userId="ffb0f9b10a3b5384" providerId="LiveId" clId="{C5C9ED9E-1F1A-452E-B81F-F00767BF9796}" dt="2023-09-07T06:55:31.972" v="478" actId="20577"/>
          <ac:spMkLst>
            <pc:docMk/>
            <pc:sldMk cId="0" sldId="256"/>
            <ac:spMk id="14342" creationId="{F95C6922-24C8-99F5-01C5-92EFD179B190}"/>
          </ac:spMkLst>
        </pc:spChg>
        <pc:spChg chg="mod">
          <ac:chgData name="Prerna Mumbaikar" userId="ffb0f9b10a3b5384" providerId="LiveId" clId="{C5C9ED9E-1F1A-452E-B81F-F00767BF9796}" dt="2023-09-07T07:10:39.069" v="924" actId="1076"/>
          <ac:spMkLst>
            <pc:docMk/>
            <pc:sldMk cId="0" sldId="256"/>
            <ac:spMk id="14343" creationId="{816EC468-6F5F-7F4D-EBC2-42D7DE055613}"/>
          </ac:spMkLst>
        </pc:spChg>
        <pc:picChg chg="mod">
          <ac:chgData name="Prerna Mumbaikar" userId="ffb0f9b10a3b5384" providerId="LiveId" clId="{C5C9ED9E-1F1A-452E-B81F-F00767BF9796}" dt="2023-09-07T06:56:50.693" v="513" actId="1076"/>
          <ac:picMkLst>
            <pc:docMk/>
            <pc:sldMk cId="0" sldId="256"/>
            <ac:picMk id="14341" creationId="{E531132D-72A2-2AAC-6DBF-68B10564D271}"/>
          </ac:picMkLst>
        </pc:picChg>
      </pc:sldChg>
      <pc:sldChg chg="del">
        <pc:chgData name="Prerna Mumbaikar" userId="ffb0f9b10a3b5384" providerId="LiveId" clId="{C5C9ED9E-1F1A-452E-B81F-F00767BF9796}" dt="2023-09-05T17:28:53.071" v="422" actId="47"/>
        <pc:sldMkLst>
          <pc:docMk/>
          <pc:sldMk cId="0" sldId="258"/>
        </pc:sldMkLst>
      </pc:sldChg>
      <pc:sldChg chg="addSp delSp modSp mod setBg setClrOvrMap delDesignElem">
        <pc:chgData name="Prerna Mumbaikar" userId="ffb0f9b10a3b5384" providerId="LiveId" clId="{C5C9ED9E-1F1A-452E-B81F-F00767BF9796}" dt="2023-09-13T19:10:49.765" v="1900" actId="27636"/>
        <pc:sldMkLst>
          <pc:docMk/>
          <pc:sldMk cId="0" sldId="259"/>
        </pc:sldMkLst>
        <pc:spChg chg="mod ord">
          <ac:chgData name="Prerna Mumbaikar" userId="ffb0f9b10a3b5384" providerId="LiveId" clId="{C5C9ED9E-1F1A-452E-B81F-F00767BF9796}" dt="2023-09-05T17:12:01.015" v="2" actId="26606"/>
          <ac:spMkLst>
            <pc:docMk/>
            <pc:sldMk cId="0" sldId="259"/>
            <ac:spMk id="8" creationId="{F8A0559F-6DB6-B222-A161-1437BA08F26B}"/>
          </ac:spMkLst>
        </pc:spChg>
        <pc:spChg chg="mod ord">
          <ac:chgData name="Prerna Mumbaikar" userId="ffb0f9b10a3b5384" providerId="LiveId" clId="{C5C9ED9E-1F1A-452E-B81F-F00767BF9796}" dt="2023-09-13T19:10:11.573" v="1887" actId="26606"/>
          <ac:spMkLst>
            <pc:docMk/>
            <pc:sldMk cId="0" sldId="259"/>
            <ac:spMk id="12" creationId="{81225674-24D7-106F-6B32-E014C63BCCFF}"/>
          </ac:spMkLst>
        </pc:spChg>
        <pc:spChg chg="mod">
          <ac:chgData name="Prerna Mumbaikar" userId="ffb0f9b10a3b5384" providerId="LiveId" clId="{C5C9ED9E-1F1A-452E-B81F-F00767BF9796}" dt="2023-09-13T19:10:45.280" v="1898" actId="1076"/>
          <ac:spMkLst>
            <pc:docMk/>
            <pc:sldMk cId="0" sldId="259"/>
            <ac:spMk id="15362" creationId="{B0FD98DA-63E9-D1B7-B5AF-AB78B08EED32}"/>
          </ac:spMkLst>
        </pc:spChg>
        <pc:spChg chg="mod ord">
          <ac:chgData name="Prerna Mumbaikar" userId="ffb0f9b10a3b5384" providerId="LiveId" clId="{C5C9ED9E-1F1A-452E-B81F-F00767BF9796}" dt="2023-09-13T19:10:49.765" v="1900" actId="27636"/>
          <ac:spMkLst>
            <pc:docMk/>
            <pc:sldMk cId="0" sldId="259"/>
            <ac:spMk id="15363" creationId="{FE71A989-1E30-5369-1FE0-A2A53812FD5E}"/>
          </ac:spMkLst>
        </pc:spChg>
        <pc:spChg chg="mod ord">
          <ac:chgData name="Prerna Mumbaikar" userId="ffb0f9b10a3b5384" providerId="LiveId" clId="{C5C9ED9E-1F1A-452E-B81F-F00767BF9796}" dt="2023-09-13T19:10:11.573" v="1887" actId="26606"/>
          <ac:spMkLst>
            <pc:docMk/>
            <pc:sldMk cId="0" sldId="259"/>
            <ac:spMk id="15365" creationId="{F0E77CF5-4F74-97F6-4686-A29F1D80E54D}"/>
          </ac:spMkLst>
        </pc:spChg>
        <pc:spChg chg="add del">
          <ac:chgData name="Prerna Mumbaikar" userId="ffb0f9b10a3b5384" providerId="LiveId" clId="{C5C9ED9E-1F1A-452E-B81F-F00767BF9796}" dt="2023-09-05T17:12:01" v="1" actId="26606"/>
          <ac:spMkLst>
            <pc:docMk/>
            <pc:sldMk cId="0" sldId="259"/>
            <ac:spMk id="15372" creationId="{09588DA8-065E-4F6F-8EFD-43104AB2E0CF}"/>
          </ac:spMkLst>
        </pc:spChg>
        <pc:spChg chg="add">
          <ac:chgData name="Prerna Mumbaikar" userId="ffb0f9b10a3b5384" providerId="LiveId" clId="{C5C9ED9E-1F1A-452E-B81F-F00767BF9796}" dt="2023-09-13T19:10:11.573" v="1887" actId="26606"/>
          <ac:spMkLst>
            <pc:docMk/>
            <pc:sldMk cId="0" sldId="259"/>
            <ac:spMk id="15373" creationId="{D1942232-83D0-49E2-AF9B-1F97E3C1EF8E}"/>
          </ac:spMkLst>
        </pc:spChg>
        <pc:spChg chg="add del">
          <ac:chgData name="Prerna Mumbaikar" userId="ffb0f9b10a3b5384" providerId="LiveId" clId="{C5C9ED9E-1F1A-452E-B81F-F00767BF9796}" dt="2023-09-05T17:12:01" v="1" actId="26606"/>
          <ac:spMkLst>
            <pc:docMk/>
            <pc:sldMk cId="0" sldId="259"/>
            <ac:spMk id="15374" creationId="{C4285719-470E-454C-AF62-8323075F1F5B}"/>
          </ac:spMkLst>
        </pc:spChg>
        <pc:spChg chg="add">
          <ac:chgData name="Prerna Mumbaikar" userId="ffb0f9b10a3b5384" providerId="LiveId" clId="{C5C9ED9E-1F1A-452E-B81F-F00767BF9796}" dt="2023-09-13T19:10:11.573" v="1887" actId="26606"/>
          <ac:spMkLst>
            <pc:docMk/>
            <pc:sldMk cId="0" sldId="259"/>
            <ac:spMk id="15375" creationId="{E9E70D72-6E23-4015-A4A6-85C120C19167}"/>
          </ac:spMkLst>
        </pc:spChg>
        <pc:spChg chg="add del">
          <ac:chgData name="Prerna Mumbaikar" userId="ffb0f9b10a3b5384" providerId="LiveId" clId="{C5C9ED9E-1F1A-452E-B81F-F00767BF9796}" dt="2023-09-05T17:12:01" v="1" actId="26606"/>
          <ac:spMkLst>
            <pc:docMk/>
            <pc:sldMk cId="0" sldId="259"/>
            <ac:spMk id="15376" creationId="{CD9FE4EF-C4D8-49A0-B2FF-81D8DB7D8A24}"/>
          </ac:spMkLst>
        </pc:spChg>
        <pc:spChg chg="add del">
          <ac:chgData name="Prerna Mumbaikar" userId="ffb0f9b10a3b5384" providerId="LiveId" clId="{C5C9ED9E-1F1A-452E-B81F-F00767BF9796}" dt="2023-09-05T17:12:01" v="1" actId="26606"/>
          <ac:spMkLst>
            <pc:docMk/>
            <pc:sldMk cId="0" sldId="259"/>
            <ac:spMk id="15378" creationId="{4300840D-0A0B-4512-BACA-B439D5B9C57C}"/>
          </ac:spMkLst>
        </pc:spChg>
        <pc:spChg chg="add del">
          <ac:chgData name="Prerna Mumbaikar" userId="ffb0f9b10a3b5384" providerId="LiveId" clId="{C5C9ED9E-1F1A-452E-B81F-F00767BF9796}" dt="2023-09-05T17:12:01" v="1" actId="26606"/>
          <ac:spMkLst>
            <pc:docMk/>
            <pc:sldMk cId="0" sldId="259"/>
            <ac:spMk id="15380" creationId="{D2B78728-A580-49A7-84F9-6EF6F583ADE0}"/>
          </ac:spMkLst>
        </pc:spChg>
        <pc:spChg chg="add del">
          <ac:chgData name="Prerna Mumbaikar" userId="ffb0f9b10a3b5384" providerId="LiveId" clId="{C5C9ED9E-1F1A-452E-B81F-F00767BF9796}" dt="2023-09-05T17:12:01" v="1" actId="26606"/>
          <ac:spMkLst>
            <pc:docMk/>
            <pc:sldMk cId="0" sldId="259"/>
            <ac:spMk id="15382" creationId="{38FAA1A1-D861-433F-88FA-1E9D6FD31D11}"/>
          </ac:spMkLst>
        </pc:spChg>
        <pc:spChg chg="add del">
          <ac:chgData name="Prerna Mumbaikar" userId="ffb0f9b10a3b5384" providerId="LiveId" clId="{C5C9ED9E-1F1A-452E-B81F-F00767BF9796}" dt="2023-09-05T17:12:01" v="1" actId="26606"/>
          <ac:spMkLst>
            <pc:docMk/>
            <pc:sldMk cId="0" sldId="259"/>
            <ac:spMk id="15384" creationId="{8D71EDA1-87BF-4D5D-AB79-F346FD19278A}"/>
          </ac:spMkLst>
        </pc:spChg>
        <pc:spChg chg="add del">
          <ac:chgData name="Prerna Mumbaikar" userId="ffb0f9b10a3b5384" providerId="LiveId" clId="{C5C9ED9E-1F1A-452E-B81F-F00767BF9796}" dt="2023-09-05T17:15:19.984" v="11" actId="26606"/>
          <ac:spMkLst>
            <pc:docMk/>
            <pc:sldMk cId="0" sldId="259"/>
            <ac:spMk id="15386" creationId="{CF62D2A7-8207-488C-9F46-316BA81A16C8}"/>
          </ac:spMkLst>
        </pc:spChg>
        <pc:spChg chg="add del">
          <ac:chgData name="Prerna Mumbaikar" userId="ffb0f9b10a3b5384" providerId="LiveId" clId="{C5C9ED9E-1F1A-452E-B81F-F00767BF9796}" dt="2023-09-05T17:15:19.984" v="11" actId="26606"/>
          <ac:spMkLst>
            <pc:docMk/>
            <pc:sldMk cId="0" sldId="259"/>
            <ac:spMk id="15387" creationId="{52AC6D7F-F068-4E11-BB06-F601D89BB980}"/>
          </ac:spMkLst>
        </pc:spChg>
        <pc:spChg chg="add del">
          <ac:chgData name="Prerna Mumbaikar" userId="ffb0f9b10a3b5384" providerId="LiveId" clId="{C5C9ED9E-1F1A-452E-B81F-F00767BF9796}" dt="2023-09-05T17:15:19.984" v="10" actId="26606"/>
          <ac:spMkLst>
            <pc:docMk/>
            <pc:sldMk cId="0" sldId="259"/>
            <ac:spMk id="15392" creationId="{B95B9BA8-1D69-4796-85F5-B6D0BD52354B}"/>
          </ac:spMkLst>
        </pc:spChg>
        <pc:spChg chg="add del">
          <ac:chgData name="Prerna Mumbaikar" userId="ffb0f9b10a3b5384" providerId="LiveId" clId="{C5C9ED9E-1F1A-452E-B81F-F00767BF9796}" dt="2023-09-07T16:05:51.773" v="1596" actId="26606"/>
          <ac:spMkLst>
            <pc:docMk/>
            <pc:sldMk cId="0" sldId="259"/>
            <ac:spMk id="15402" creationId="{CF62D2A7-8207-488C-9F46-316BA81A16C8}"/>
          </ac:spMkLst>
        </pc:spChg>
        <pc:spChg chg="add del">
          <ac:chgData name="Prerna Mumbaikar" userId="ffb0f9b10a3b5384" providerId="LiveId" clId="{C5C9ED9E-1F1A-452E-B81F-F00767BF9796}" dt="2023-09-07T16:05:51.773" v="1596" actId="26606"/>
          <ac:spMkLst>
            <pc:docMk/>
            <pc:sldMk cId="0" sldId="259"/>
            <ac:spMk id="15403" creationId="{52AC6D7F-F068-4E11-BB06-F601D89BB980}"/>
          </ac:spMkLst>
        </pc:spChg>
        <pc:spChg chg="add del">
          <ac:chgData name="Prerna Mumbaikar" userId="ffb0f9b10a3b5384" providerId="LiveId" clId="{C5C9ED9E-1F1A-452E-B81F-F00767BF9796}" dt="2023-09-07T16:05:44.171" v="1591" actId="26606"/>
          <ac:spMkLst>
            <pc:docMk/>
            <pc:sldMk cId="0" sldId="259"/>
            <ac:spMk id="15408" creationId="{A2679492-7988-4050-9056-542444452411}"/>
          </ac:spMkLst>
        </pc:spChg>
        <pc:spChg chg="add del">
          <ac:chgData name="Prerna Mumbaikar" userId="ffb0f9b10a3b5384" providerId="LiveId" clId="{C5C9ED9E-1F1A-452E-B81F-F00767BF9796}" dt="2023-09-07T16:05:44.171" v="1591" actId="26606"/>
          <ac:spMkLst>
            <pc:docMk/>
            <pc:sldMk cId="0" sldId="259"/>
            <ac:spMk id="15410" creationId="{B091B163-7D61-4891-ABCF-5C13D9C418D0}"/>
          </ac:spMkLst>
        </pc:spChg>
        <pc:spChg chg="add del">
          <ac:chgData name="Prerna Mumbaikar" userId="ffb0f9b10a3b5384" providerId="LiveId" clId="{C5C9ED9E-1F1A-452E-B81F-F00767BF9796}" dt="2023-09-07T16:05:51.758" v="1595" actId="26606"/>
          <ac:spMkLst>
            <pc:docMk/>
            <pc:sldMk cId="0" sldId="259"/>
            <ac:spMk id="15417" creationId="{CB6E2F43-29E9-49D9-91FC-E5FEFAAA70DE}"/>
          </ac:spMkLst>
        </pc:spChg>
        <pc:spChg chg="add del">
          <ac:chgData name="Prerna Mumbaikar" userId="ffb0f9b10a3b5384" providerId="LiveId" clId="{C5C9ED9E-1F1A-452E-B81F-F00767BF9796}" dt="2023-09-07T16:05:51.758" v="1595" actId="26606"/>
          <ac:spMkLst>
            <pc:docMk/>
            <pc:sldMk cId="0" sldId="259"/>
            <ac:spMk id="15418" creationId="{3BA62E19-CD42-4C09-B825-844B4943D49D}"/>
          </ac:spMkLst>
        </pc:spChg>
        <pc:spChg chg="add del">
          <ac:chgData name="Prerna Mumbaikar" userId="ffb0f9b10a3b5384" providerId="LiveId" clId="{C5C9ED9E-1F1A-452E-B81F-F00767BF9796}" dt="2023-09-07T16:05:51.758" v="1595" actId="26606"/>
          <ac:spMkLst>
            <pc:docMk/>
            <pc:sldMk cId="0" sldId="259"/>
            <ac:spMk id="15419" creationId="{8E63CC27-1C86-4653-8866-79C24C5C51FB}"/>
          </ac:spMkLst>
        </pc:spChg>
        <pc:spChg chg="add del">
          <ac:chgData name="Prerna Mumbaikar" userId="ffb0f9b10a3b5384" providerId="LiveId" clId="{C5C9ED9E-1F1A-452E-B81F-F00767BF9796}" dt="2023-09-13T19:04:49.740" v="1816"/>
          <ac:spMkLst>
            <pc:docMk/>
            <pc:sldMk cId="0" sldId="259"/>
            <ac:spMk id="15423" creationId="{D1942232-83D0-49E2-AF9B-1F97E3C1EF8E}"/>
          </ac:spMkLst>
        </pc:spChg>
        <pc:spChg chg="add del">
          <ac:chgData name="Prerna Mumbaikar" userId="ffb0f9b10a3b5384" providerId="LiveId" clId="{C5C9ED9E-1F1A-452E-B81F-F00767BF9796}" dt="2023-09-13T19:04:49.740" v="1816"/>
          <ac:spMkLst>
            <pc:docMk/>
            <pc:sldMk cId="0" sldId="259"/>
            <ac:spMk id="15424" creationId="{E9E70D72-6E23-4015-A4A6-85C120C19167}"/>
          </ac:spMkLst>
        </pc:spChg>
        <pc:grpChg chg="add">
          <ac:chgData name="Prerna Mumbaikar" userId="ffb0f9b10a3b5384" providerId="LiveId" clId="{C5C9ED9E-1F1A-452E-B81F-F00767BF9796}" dt="2023-09-13T19:10:11.573" v="1887" actId="26606"/>
          <ac:grpSpMkLst>
            <pc:docMk/>
            <pc:sldMk cId="0" sldId="259"/>
            <ac:grpSpMk id="15377" creationId="{C28A977F-B603-4D81-B0FC-C8DE048A7931}"/>
          </ac:grpSpMkLst>
        </pc:grpChg>
        <pc:grpChg chg="add">
          <ac:chgData name="Prerna Mumbaikar" userId="ffb0f9b10a3b5384" providerId="LiveId" clId="{C5C9ED9E-1F1A-452E-B81F-F00767BF9796}" dt="2023-09-13T19:10:11.573" v="1887" actId="26606"/>
          <ac:grpSpMkLst>
            <pc:docMk/>
            <pc:sldMk cId="0" sldId="259"/>
            <ac:grpSpMk id="15390" creationId="{C78D9229-E61D-4FEE-8321-2F8B64A8CADF}"/>
          </ac:grpSpMkLst>
        </pc:grpChg>
        <pc:grpChg chg="add del">
          <ac:chgData name="Prerna Mumbaikar" userId="ffb0f9b10a3b5384" providerId="LiveId" clId="{C5C9ED9E-1F1A-452E-B81F-F00767BF9796}" dt="2023-09-05T17:15:19.984" v="10" actId="26606"/>
          <ac:grpSpMkLst>
            <pc:docMk/>
            <pc:sldMk cId="0" sldId="259"/>
            <ac:grpSpMk id="15394" creationId="{D44E3F87-3D58-4B03-86B2-15A5C5B9C964}"/>
          </ac:grpSpMkLst>
        </pc:grpChg>
        <pc:grpChg chg="add del">
          <ac:chgData name="Prerna Mumbaikar" userId="ffb0f9b10a3b5384" providerId="LiveId" clId="{C5C9ED9E-1F1A-452E-B81F-F00767BF9796}" dt="2023-09-07T16:05:45.416" v="1593" actId="26606"/>
          <ac:grpSpMkLst>
            <pc:docMk/>
            <pc:sldMk cId="0" sldId="259"/>
            <ac:grpSpMk id="15414" creationId="{1FD67D68-9B83-C338-8342-3348D8F22347}"/>
          </ac:grpSpMkLst>
        </pc:grpChg>
        <pc:grpChg chg="add del">
          <ac:chgData name="Prerna Mumbaikar" userId="ffb0f9b10a3b5384" providerId="LiveId" clId="{C5C9ED9E-1F1A-452E-B81F-F00767BF9796}" dt="2023-09-13T19:04:49.740" v="1816"/>
          <ac:grpSpMkLst>
            <pc:docMk/>
            <pc:sldMk cId="0" sldId="259"/>
            <ac:grpSpMk id="15425" creationId="{C28A977F-B603-4D81-B0FC-C8DE048A7931}"/>
          </ac:grpSpMkLst>
        </pc:grpChg>
        <pc:grpChg chg="add del">
          <ac:chgData name="Prerna Mumbaikar" userId="ffb0f9b10a3b5384" providerId="LiveId" clId="{C5C9ED9E-1F1A-452E-B81F-F00767BF9796}" dt="2023-09-13T19:04:49.740" v="1816"/>
          <ac:grpSpMkLst>
            <pc:docMk/>
            <pc:sldMk cId="0" sldId="259"/>
            <ac:grpSpMk id="15427" creationId="{C78D9229-E61D-4FEE-8321-2F8B64A8CADF}"/>
          </ac:grpSpMkLst>
        </pc:grpChg>
        <pc:picChg chg="add mod ord">
          <ac:chgData name="Prerna Mumbaikar" userId="ffb0f9b10a3b5384" providerId="LiveId" clId="{C5C9ED9E-1F1A-452E-B81F-F00767BF9796}" dt="2023-09-13T19:10:26.220" v="1891" actId="14100"/>
          <ac:picMkLst>
            <pc:docMk/>
            <pc:sldMk cId="0" sldId="259"/>
            <ac:picMk id="15369" creationId="{3F8A3BB9-309A-EC97-BE5E-4AE7E15039D4}"/>
          </ac:picMkLst>
        </pc:picChg>
        <pc:picChg chg="add del">
          <ac:chgData name="Prerna Mumbaikar" userId="ffb0f9b10a3b5384" providerId="LiveId" clId="{C5C9ED9E-1F1A-452E-B81F-F00767BF9796}" dt="2023-09-05T17:14:16.262" v="3" actId="478"/>
          <ac:picMkLst>
            <pc:docMk/>
            <pc:sldMk cId="0" sldId="259"/>
            <ac:picMk id="15371" creationId="{89C0106D-1876-3C70-14DE-5AFB08D6C5DD}"/>
          </ac:picMkLst>
        </pc:picChg>
        <pc:cxnChg chg="add del">
          <ac:chgData name="Prerna Mumbaikar" userId="ffb0f9b10a3b5384" providerId="LiveId" clId="{C5C9ED9E-1F1A-452E-B81F-F00767BF9796}" dt="2023-09-07T16:05:44.171" v="1591" actId="26606"/>
          <ac:cxnSpMkLst>
            <pc:docMk/>
            <pc:sldMk cId="0" sldId="259"/>
            <ac:cxnSpMk id="15412" creationId="{C49DA8F6-BCC1-4447-B54C-57856834B94B}"/>
          </ac:cxnSpMkLst>
        </pc:cxnChg>
      </pc:sldChg>
      <pc:sldChg chg="addSp delSp modSp mod setBg delDesignElem">
        <pc:chgData name="Prerna Mumbaikar" userId="ffb0f9b10a3b5384" providerId="LiveId" clId="{C5C9ED9E-1F1A-452E-B81F-F00767BF9796}" dt="2023-09-13T19:07:18.276" v="1856" actId="1076"/>
        <pc:sldMkLst>
          <pc:docMk/>
          <pc:sldMk cId="1308394242" sldId="260"/>
        </pc:sldMkLst>
        <pc:spChg chg="mod">
          <ac:chgData name="Prerna Mumbaikar" userId="ffb0f9b10a3b5384" providerId="LiveId" clId="{C5C9ED9E-1F1A-452E-B81F-F00767BF9796}" dt="2023-09-13T19:07:18.276" v="1856" actId="1076"/>
          <ac:spMkLst>
            <pc:docMk/>
            <pc:sldMk cId="1308394242" sldId="260"/>
            <ac:spMk id="2" creationId="{8A90D8B3-4A08-29A2-BCC1-3BD713EEB8D1}"/>
          </ac:spMkLst>
        </pc:spChg>
        <pc:spChg chg="del">
          <ac:chgData name="Prerna Mumbaikar" userId="ffb0f9b10a3b5384" providerId="LiveId" clId="{C5C9ED9E-1F1A-452E-B81F-F00767BF9796}" dt="2023-09-05T17:18:41.037" v="38"/>
          <ac:spMkLst>
            <pc:docMk/>
            <pc:sldMk cId="1308394242" sldId="260"/>
            <ac:spMk id="3" creationId="{665497A1-E0B1-FE98-09A8-11DABA9E57AE}"/>
          </ac:spMkLst>
        </pc:spChg>
        <pc:spChg chg="mod ord">
          <ac:chgData name="Prerna Mumbaikar" userId="ffb0f9b10a3b5384" providerId="LiveId" clId="{C5C9ED9E-1F1A-452E-B81F-F00767BF9796}" dt="2023-09-13T19:07:12.189" v="1855" actId="26606"/>
          <ac:spMkLst>
            <pc:docMk/>
            <pc:sldMk cId="1308394242" sldId="260"/>
            <ac:spMk id="4" creationId="{5AA43307-934A-FAD3-3E58-F8CA16E4F908}"/>
          </ac:spMkLst>
        </pc:spChg>
        <pc:spChg chg="mod ord">
          <ac:chgData name="Prerna Mumbaikar" userId="ffb0f9b10a3b5384" providerId="LiveId" clId="{C5C9ED9E-1F1A-452E-B81F-F00767BF9796}" dt="2023-09-13T19:07:12.189" v="1855" actId="26606"/>
          <ac:spMkLst>
            <pc:docMk/>
            <pc:sldMk cId="1308394242" sldId="260"/>
            <ac:spMk id="5" creationId="{E9DCD804-D28D-18B1-E0A2-3966F943698C}"/>
          </ac:spMkLst>
        </pc:spChg>
        <pc:spChg chg="add del mod">
          <ac:chgData name="Prerna Mumbaikar" userId="ffb0f9b10a3b5384" providerId="LiveId" clId="{C5C9ED9E-1F1A-452E-B81F-F00767BF9796}" dt="2023-09-05T17:19:18.037" v="42"/>
          <ac:spMkLst>
            <pc:docMk/>
            <pc:sldMk cId="1308394242" sldId="260"/>
            <ac:spMk id="10" creationId="{CC09B577-0CC8-4570-0723-E679CE6BA29D}"/>
          </ac:spMkLst>
        </pc:spChg>
        <pc:spChg chg="add del">
          <ac:chgData name="Prerna Mumbaikar" userId="ffb0f9b10a3b5384" providerId="LiveId" clId="{C5C9ED9E-1F1A-452E-B81F-F00767BF9796}" dt="2023-09-05T17:19:24.820" v="45" actId="26606"/>
          <ac:spMkLst>
            <pc:docMk/>
            <pc:sldMk cId="1308394242" sldId="260"/>
            <ac:spMk id="13" creationId="{D9A7F3BF-8763-4074-AD77-92790AF314D1}"/>
          </ac:spMkLst>
        </pc:spChg>
        <pc:spChg chg="add">
          <ac:chgData name="Prerna Mumbaikar" userId="ffb0f9b10a3b5384" providerId="LiveId" clId="{C5C9ED9E-1F1A-452E-B81F-F00767BF9796}" dt="2023-09-13T19:07:12.189" v="1855" actId="26606"/>
          <ac:spMkLst>
            <pc:docMk/>
            <pc:sldMk cId="1308394242" sldId="260"/>
            <ac:spMk id="16" creationId="{35DB3719-6FDC-4E5D-891D-FF40B7300F64}"/>
          </ac:spMkLst>
        </pc:spChg>
        <pc:spChg chg="add">
          <ac:chgData name="Prerna Mumbaikar" userId="ffb0f9b10a3b5384" providerId="LiveId" clId="{C5C9ED9E-1F1A-452E-B81F-F00767BF9796}" dt="2023-09-13T19:07:12.189" v="1855" actId="26606"/>
          <ac:spMkLst>
            <pc:docMk/>
            <pc:sldMk cId="1308394242" sldId="260"/>
            <ac:spMk id="18" creationId="{E0CBAC23-2E3F-4A90-BA59-F8299F6A5439}"/>
          </ac:spMkLst>
        </pc:spChg>
        <pc:spChg chg="add del">
          <ac:chgData name="Prerna Mumbaikar" userId="ffb0f9b10a3b5384" providerId="LiveId" clId="{C5C9ED9E-1F1A-452E-B81F-F00767BF9796}" dt="2023-09-05T17:19:24.789" v="44" actId="26606"/>
          <ac:spMkLst>
            <pc:docMk/>
            <pc:sldMk cId="1308394242" sldId="260"/>
            <ac:spMk id="25" creationId="{D9A7F3BF-8763-4074-AD77-92790AF314D1}"/>
          </ac:spMkLst>
        </pc:spChg>
        <pc:spChg chg="add del">
          <ac:chgData name="Prerna Mumbaikar" userId="ffb0f9b10a3b5384" providerId="LiveId" clId="{C5C9ED9E-1F1A-452E-B81F-F00767BF9796}" dt="2023-09-05T17:19:37.461" v="48" actId="26606"/>
          <ac:spMkLst>
            <pc:docMk/>
            <pc:sldMk cId="1308394242" sldId="260"/>
            <ac:spMk id="31" creationId="{3150CB11-0C61-439E-910F-5787759E72A0}"/>
          </ac:spMkLst>
        </pc:spChg>
        <pc:spChg chg="add del">
          <ac:chgData name="Prerna Mumbaikar" userId="ffb0f9b10a3b5384" providerId="LiveId" clId="{C5C9ED9E-1F1A-452E-B81F-F00767BF9796}" dt="2023-09-05T17:19:37.461" v="48" actId="26606"/>
          <ac:spMkLst>
            <pc:docMk/>
            <pc:sldMk cId="1308394242" sldId="260"/>
            <ac:spMk id="33" creationId="{43F8A58B-5155-44CE-A5FF-7647B47D0A7A}"/>
          </ac:spMkLst>
        </pc:spChg>
        <pc:spChg chg="add del">
          <ac:chgData name="Prerna Mumbaikar" userId="ffb0f9b10a3b5384" providerId="LiveId" clId="{C5C9ED9E-1F1A-452E-B81F-F00767BF9796}" dt="2023-09-05T17:19:37.461" v="48" actId="26606"/>
          <ac:spMkLst>
            <pc:docMk/>
            <pc:sldMk cId="1308394242" sldId="260"/>
            <ac:spMk id="34" creationId="{BACC6370-2D7E-4714-9D71-7542949D7D5D}"/>
          </ac:spMkLst>
        </pc:spChg>
        <pc:spChg chg="add del">
          <ac:chgData name="Prerna Mumbaikar" userId="ffb0f9b10a3b5384" providerId="LiveId" clId="{C5C9ED9E-1F1A-452E-B81F-F00767BF9796}" dt="2023-09-05T17:19:37.461" v="48" actId="26606"/>
          <ac:spMkLst>
            <pc:docMk/>
            <pc:sldMk cId="1308394242" sldId="260"/>
            <ac:spMk id="35" creationId="{443F2ACA-E6D6-4028-82DD-F03C262D5DE6}"/>
          </ac:spMkLst>
        </pc:spChg>
        <pc:spChg chg="add del">
          <ac:chgData name="Prerna Mumbaikar" userId="ffb0f9b10a3b5384" providerId="LiveId" clId="{C5C9ED9E-1F1A-452E-B81F-F00767BF9796}" dt="2023-09-05T17:19:37.461" v="48" actId="26606"/>
          <ac:spMkLst>
            <pc:docMk/>
            <pc:sldMk cId="1308394242" sldId="260"/>
            <ac:spMk id="36" creationId="{256B2C21-A230-48C0-8DF1-C46611373C44}"/>
          </ac:spMkLst>
        </pc:spChg>
        <pc:spChg chg="add del">
          <ac:chgData name="Prerna Mumbaikar" userId="ffb0f9b10a3b5384" providerId="LiveId" clId="{C5C9ED9E-1F1A-452E-B81F-F00767BF9796}" dt="2023-09-05T17:19:37.461" v="48" actId="26606"/>
          <ac:spMkLst>
            <pc:docMk/>
            <pc:sldMk cId="1308394242" sldId="260"/>
            <ac:spMk id="37" creationId="{3847E18C-932D-4C95-AABA-FEC7C9499AD7}"/>
          </ac:spMkLst>
        </pc:spChg>
        <pc:spChg chg="add del">
          <ac:chgData name="Prerna Mumbaikar" userId="ffb0f9b10a3b5384" providerId="LiveId" clId="{C5C9ED9E-1F1A-452E-B81F-F00767BF9796}" dt="2023-09-05T17:19:47.423" v="51" actId="26606"/>
          <ac:spMkLst>
            <pc:docMk/>
            <pc:sldMk cId="1308394242" sldId="260"/>
            <ac:spMk id="42" creationId="{BACC6370-2D7E-4714-9D71-7542949D7D5D}"/>
          </ac:spMkLst>
        </pc:spChg>
        <pc:spChg chg="add del">
          <ac:chgData name="Prerna Mumbaikar" userId="ffb0f9b10a3b5384" providerId="LiveId" clId="{C5C9ED9E-1F1A-452E-B81F-F00767BF9796}" dt="2023-09-05T17:19:47.423" v="51" actId="26606"/>
          <ac:spMkLst>
            <pc:docMk/>
            <pc:sldMk cId="1308394242" sldId="260"/>
            <ac:spMk id="44" creationId="{256B2C21-A230-48C0-8DF1-C46611373C44}"/>
          </ac:spMkLst>
        </pc:spChg>
        <pc:spChg chg="add del">
          <ac:chgData name="Prerna Mumbaikar" userId="ffb0f9b10a3b5384" providerId="LiveId" clId="{C5C9ED9E-1F1A-452E-B81F-F00767BF9796}" dt="2023-09-05T17:19:47.423" v="51" actId="26606"/>
          <ac:spMkLst>
            <pc:docMk/>
            <pc:sldMk cId="1308394242" sldId="260"/>
            <ac:spMk id="46" creationId="{3847E18C-932D-4C95-AABA-FEC7C9499AD7}"/>
          </ac:spMkLst>
        </pc:spChg>
        <pc:spChg chg="add del">
          <ac:chgData name="Prerna Mumbaikar" userId="ffb0f9b10a3b5384" providerId="LiveId" clId="{C5C9ED9E-1F1A-452E-B81F-F00767BF9796}" dt="2023-09-05T17:19:47.423" v="51" actId="26606"/>
          <ac:spMkLst>
            <pc:docMk/>
            <pc:sldMk cId="1308394242" sldId="260"/>
            <ac:spMk id="48" creationId="{3150CB11-0C61-439E-910F-5787759E72A0}"/>
          </ac:spMkLst>
        </pc:spChg>
        <pc:spChg chg="add del">
          <ac:chgData name="Prerna Mumbaikar" userId="ffb0f9b10a3b5384" providerId="LiveId" clId="{C5C9ED9E-1F1A-452E-B81F-F00767BF9796}" dt="2023-09-05T17:19:47.423" v="51" actId="26606"/>
          <ac:spMkLst>
            <pc:docMk/>
            <pc:sldMk cId="1308394242" sldId="260"/>
            <ac:spMk id="50" creationId="{43F8A58B-5155-44CE-A5FF-7647B47D0A7A}"/>
          </ac:spMkLst>
        </pc:spChg>
        <pc:spChg chg="add del">
          <ac:chgData name="Prerna Mumbaikar" userId="ffb0f9b10a3b5384" providerId="LiveId" clId="{C5C9ED9E-1F1A-452E-B81F-F00767BF9796}" dt="2023-09-05T17:19:47.423" v="51" actId="26606"/>
          <ac:spMkLst>
            <pc:docMk/>
            <pc:sldMk cId="1308394242" sldId="260"/>
            <ac:spMk id="52" creationId="{443F2ACA-E6D6-4028-82DD-F03C262D5DE6}"/>
          </ac:spMkLst>
        </pc:spChg>
        <pc:spChg chg="add del">
          <ac:chgData name="Prerna Mumbaikar" userId="ffb0f9b10a3b5384" providerId="LiveId" clId="{C5C9ED9E-1F1A-452E-B81F-F00767BF9796}" dt="2023-09-07T06:57:21.712" v="521" actId="26606"/>
          <ac:spMkLst>
            <pc:docMk/>
            <pc:sldMk cId="1308394242" sldId="260"/>
            <ac:spMk id="57" creationId="{D4771268-CB57-404A-9271-370EB28F6090}"/>
          </ac:spMkLst>
        </pc:spChg>
        <pc:spChg chg="add del">
          <ac:chgData name="Prerna Mumbaikar" userId="ffb0f9b10a3b5384" providerId="LiveId" clId="{C5C9ED9E-1F1A-452E-B81F-F00767BF9796}" dt="2023-09-07T06:57:36.376" v="525" actId="26606"/>
          <ac:spMkLst>
            <pc:docMk/>
            <pc:sldMk cId="1308394242" sldId="260"/>
            <ac:spMk id="62" creationId="{92E6BC6C-4A83-4551-8FFE-1708120A6795}"/>
          </ac:spMkLst>
        </pc:spChg>
        <pc:spChg chg="add del">
          <ac:chgData name="Prerna Mumbaikar" userId="ffb0f9b10a3b5384" providerId="LiveId" clId="{C5C9ED9E-1F1A-452E-B81F-F00767BF9796}" dt="2023-09-07T06:57:36.376" v="525" actId="26606"/>
          <ac:spMkLst>
            <pc:docMk/>
            <pc:sldMk cId="1308394242" sldId="260"/>
            <ac:spMk id="64" creationId="{EFA9B6C6-A247-48A8-9A1C-1E36FA9456B5}"/>
          </ac:spMkLst>
        </pc:spChg>
        <pc:spChg chg="add del">
          <ac:chgData name="Prerna Mumbaikar" userId="ffb0f9b10a3b5384" providerId="LiveId" clId="{C5C9ED9E-1F1A-452E-B81F-F00767BF9796}" dt="2023-09-07T15:59:43.698" v="1547" actId="26606"/>
          <ac:spMkLst>
            <pc:docMk/>
            <pc:sldMk cId="1308394242" sldId="260"/>
            <ac:spMk id="76" creationId="{A8384FB5-9ADC-4DDC-881B-597D56F5B15D}"/>
          </ac:spMkLst>
        </pc:spChg>
        <pc:spChg chg="add del">
          <ac:chgData name="Prerna Mumbaikar" userId="ffb0f9b10a3b5384" providerId="LiveId" clId="{C5C9ED9E-1F1A-452E-B81F-F00767BF9796}" dt="2023-09-07T15:59:43.698" v="1547" actId="26606"/>
          <ac:spMkLst>
            <pc:docMk/>
            <pc:sldMk cId="1308394242" sldId="260"/>
            <ac:spMk id="78" creationId="{1199E1B1-A8C0-4FE8-A5A8-1CB41D69F857}"/>
          </ac:spMkLst>
        </pc:spChg>
        <pc:spChg chg="add del">
          <ac:chgData name="Prerna Mumbaikar" userId="ffb0f9b10a3b5384" providerId="LiveId" clId="{C5C9ED9E-1F1A-452E-B81F-F00767BF9796}" dt="2023-09-07T15:59:43.698" v="1547" actId="26606"/>
          <ac:spMkLst>
            <pc:docMk/>
            <pc:sldMk cId="1308394242" sldId="260"/>
            <ac:spMk id="80" creationId="{84A8DE83-DE75-4B41-9DB4-A7EC0B0DEC0B}"/>
          </ac:spMkLst>
        </pc:spChg>
        <pc:spChg chg="add del">
          <ac:chgData name="Prerna Mumbaikar" userId="ffb0f9b10a3b5384" providerId="LiveId" clId="{C5C9ED9E-1F1A-452E-B81F-F00767BF9796}" dt="2023-09-07T15:59:43.698" v="1547" actId="26606"/>
          <ac:spMkLst>
            <pc:docMk/>
            <pc:sldMk cId="1308394242" sldId="260"/>
            <ac:spMk id="82" creationId="{A7009A0A-BEF5-4EAC-AF15-E4F9F002E239}"/>
          </ac:spMkLst>
        </pc:spChg>
        <pc:spChg chg="add del">
          <ac:chgData name="Prerna Mumbaikar" userId="ffb0f9b10a3b5384" providerId="LiveId" clId="{C5C9ED9E-1F1A-452E-B81F-F00767BF9796}" dt="2023-09-07T16:00:13.030" v="1550" actId="26606"/>
          <ac:spMkLst>
            <pc:docMk/>
            <pc:sldMk cId="1308394242" sldId="260"/>
            <ac:spMk id="87" creationId="{C46B2449-FF07-47FC-AA19-DB68D98F32EF}"/>
          </ac:spMkLst>
        </pc:spChg>
        <pc:spChg chg="add del">
          <ac:chgData name="Prerna Mumbaikar" userId="ffb0f9b10a3b5384" providerId="LiveId" clId="{C5C9ED9E-1F1A-452E-B81F-F00767BF9796}" dt="2023-09-07T16:00:13.030" v="1550" actId="26606"/>
          <ac:spMkLst>
            <pc:docMk/>
            <pc:sldMk cId="1308394242" sldId="260"/>
            <ac:spMk id="89" creationId="{4E94261F-1ED3-4E90-88E6-13479144005B}"/>
          </ac:spMkLst>
        </pc:spChg>
        <pc:grpChg chg="add del">
          <ac:chgData name="Prerna Mumbaikar" userId="ffb0f9b10a3b5384" providerId="LiveId" clId="{C5C9ED9E-1F1A-452E-B81F-F00767BF9796}" dt="2023-09-05T17:19:24.820" v="45" actId="26606"/>
          <ac:grpSpMkLst>
            <pc:docMk/>
            <pc:sldMk cId="1308394242" sldId="260"/>
            <ac:grpSpMk id="15" creationId="{7A9648D6-B41B-42D0-A817-AE2607B0B5B8}"/>
          </ac:grpSpMkLst>
        </pc:grpChg>
        <pc:grpChg chg="add del">
          <ac:chgData name="Prerna Mumbaikar" userId="ffb0f9b10a3b5384" providerId="LiveId" clId="{C5C9ED9E-1F1A-452E-B81F-F00767BF9796}" dt="2023-09-05T17:19:24.789" v="44" actId="26606"/>
          <ac:grpSpMkLst>
            <pc:docMk/>
            <pc:sldMk cId="1308394242" sldId="260"/>
            <ac:grpSpMk id="27" creationId="{7A9648D6-B41B-42D0-A817-AE2607B0B5B8}"/>
          </ac:grpSpMkLst>
        </pc:grpChg>
        <pc:grpChg chg="add del">
          <ac:chgData name="Prerna Mumbaikar" userId="ffb0f9b10a3b5384" providerId="LiveId" clId="{C5C9ED9E-1F1A-452E-B81F-F00767BF9796}" dt="2023-09-07T06:57:36.376" v="525" actId="26606"/>
          <ac:grpSpMkLst>
            <pc:docMk/>
            <pc:sldMk cId="1308394242" sldId="260"/>
            <ac:grpSpMk id="66" creationId="{E15EAE4E-5508-44B8-B920-1B8BA1D20EE1}"/>
          </ac:grpSpMkLst>
        </pc:grpChg>
        <pc:grpChg chg="add del">
          <ac:chgData name="Prerna Mumbaikar" userId="ffb0f9b10a3b5384" providerId="LiveId" clId="{C5C9ED9E-1F1A-452E-B81F-F00767BF9796}" dt="2023-09-07T16:00:13.030" v="1550" actId="26606"/>
          <ac:grpSpMkLst>
            <pc:docMk/>
            <pc:sldMk cId="1308394242" sldId="260"/>
            <ac:grpSpMk id="91" creationId="{C6052961-5ADC-4465-9B95-E6D4A490D5AC}"/>
          </ac:grpSpMkLst>
        </pc:grpChg>
        <pc:grpChg chg="add del">
          <ac:chgData name="Prerna Mumbaikar" userId="ffb0f9b10a3b5384" providerId="LiveId" clId="{C5C9ED9E-1F1A-452E-B81F-F00767BF9796}" dt="2023-09-07T16:00:12.983" v="1549" actId="26606"/>
          <ac:grpSpMkLst>
            <pc:docMk/>
            <pc:sldMk cId="1308394242" sldId="260"/>
            <ac:grpSpMk id="101" creationId="{117ED9EE-380C-224B-8619-61C6C01B1B1D}"/>
          </ac:grpSpMkLst>
        </pc:grpChg>
        <pc:grpChg chg="add del">
          <ac:chgData name="Prerna Mumbaikar" userId="ffb0f9b10a3b5384" providerId="LiveId" clId="{C5C9ED9E-1F1A-452E-B81F-F00767BF9796}" dt="2023-09-13T19:04:49.740" v="1816"/>
          <ac:grpSpMkLst>
            <pc:docMk/>
            <pc:sldMk cId="1308394242" sldId="260"/>
            <ac:grpSpMk id="105" creationId="{1E5539EC-8CB8-002F-68C6-678840282659}"/>
          </ac:grpSpMkLst>
        </pc:grpChg>
        <pc:graphicFrameChg chg="add del mod ord modGraphic">
          <ac:chgData name="Prerna Mumbaikar" userId="ffb0f9b10a3b5384" providerId="LiveId" clId="{C5C9ED9E-1F1A-452E-B81F-F00767BF9796}" dt="2023-09-05T17:19:16.850" v="41" actId="478"/>
          <ac:graphicFrameMkLst>
            <pc:docMk/>
            <pc:sldMk cId="1308394242" sldId="260"/>
            <ac:graphicFrameMk id="8" creationId="{1948B77B-7303-778F-8DF8-2C5B3CD739C1}"/>
          </ac:graphicFrameMkLst>
        </pc:graphicFrameChg>
        <pc:graphicFrameChg chg="add mod ord modGraphic">
          <ac:chgData name="Prerna Mumbaikar" userId="ffb0f9b10a3b5384" providerId="LiveId" clId="{C5C9ED9E-1F1A-452E-B81F-F00767BF9796}" dt="2023-09-13T19:07:12.189" v="1855" actId="26606"/>
          <ac:graphicFrameMkLst>
            <pc:docMk/>
            <pc:sldMk cId="1308394242" sldId="260"/>
            <ac:graphicFrameMk id="11" creationId="{A054C98D-8734-8084-8FBD-954C65A6DB10}"/>
          </ac:graphicFrameMkLst>
        </pc:graphicFrameChg>
        <pc:picChg chg="add mod ord">
          <ac:chgData name="Prerna Mumbaikar" userId="ffb0f9b10a3b5384" providerId="LiveId" clId="{C5C9ED9E-1F1A-452E-B81F-F00767BF9796}" dt="2023-09-07T15:59:43.698" v="1547" actId="26606"/>
          <ac:picMkLst>
            <pc:docMk/>
            <pc:sldMk cId="1308394242" sldId="260"/>
            <ac:picMk id="3" creationId="{67321FA9-7B35-1F20-B079-D094AC8F622A}"/>
          </ac:picMkLst>
        </pc:picChg>
        <pc:cxnChg chg="add del">
          <ac:chgData name="Prerna Mumbaikar" userId="ffb0f9b10a3b5384" providerId="LiveId" clId="{C5C9ED9E-1F1A-452E-B81F-F00767BF9796}" dt="2023-09-05T17:19:24.820" v="45" actId="26606"/>
          <ac:cxnSpMkLst>
            <pc:docMk/>
            <pc:sldMk cId="1308394242" sldId="260"/>
            <ac:cxnSpMk id="20" creationId="{C49DA8F6-BCC1-4447-B54C-57856834B94B}"/>
          </ac:cxnSpMkLst>
        </pc:cxnChg>
        <pc:cxnChg chg="add del">
          <ac:chgData name="Prerna Mumbaikar" userId="ffb0f9b10a3b5384" providerId="LiveId" clId="{C5C9ED9E-1F1A-452E-B81F-F00767BF9796}" dt="2023-09-05T17:19:24.789" v="44" actId="26606"/>
          <ac:cxnSpMkLst>
            <pc:docMk/>
            <pc:sldMk cId="1308394242" sldId="260"/>
            <ac:cxnSpMk id="32" creationId="{C49DA8F6-BCC1-4447-B54C-57856834B94B}"/>
          </ac:cxnSpMkLst>
        </pc:cxnChg>
        <pc:cxnChg chg="add del">
          <ac:chgData name="Prerna Mumbaikar" userId="ffb0f9b10a3b5384" providerId="LiveId" clId="{C5C9ED9E-1F1A-452E-B81F-F00767BF9796}" dt="2023-09-07T06:57:36.376" v="525" actId="26606"/>
          <ac:cxnSpMkLst>
            <pc:docMk/>
            <pc:sldMk cId="1308394242" sldId="260"/>
            <ac:cxnSpMk id="71" creationId="{56020367-4FD5-4596-8E10-C5F095CD8DBF}"/>
          </ac:cxnSpMkLst>
        </pc:cxnChg>
        <pc:cxnChg chg="add del">
          <ac:chgData name="Prerna Mumbaikar" userId="ffb0f9b10a3b5384" providerId="LiveId" clId="{C5C9ED9E-1F1A-452E-B81F-F00767BF9796}" dt="2023-09-07T16:00:13.030" v="1550" actId="26606"/>
          <ac:cxnSpMkLst>
            <pc:docMk/>
            <pc:sldMk cId="1308394242" sldId="260"/>
            <ac:cxnSpMk id="96" creationId="{56020367-4FD5-4596-8E10-C5F095CD8DBF}"/>
          </ac:cxnSpMkLst>
        </pc:cxnChg>
      </pc:sldChg>
      <pc:sldChg chg="addSp delSp modSp mod setBg setClrOvrMap delDesignElem">
        <pc:chgData name="Prerna Mumbaikar" userId="ffb0f9b10a3b5384" providerId="LiveId" clId="{C5C9ED9E-1F1A-452E-B81F-F00767BF9796}" dt="2023-09-13T19:11:47.185" v="1908" actId="20577"/>
        <pc:sldMkLst>
          <pc:docMk/>
          <pc:sldMk cId="1291976279" sldId="261"/>
        </pc:sldMkLst>
        <pc:spChg chg="mod">
          <ac:chgData name="Prerna Mumbaikar" userId="ffb0f9b10a3b5384" providerId="LiveId" clId="{C5C9ED9E-1F1A-452E-B81F-F00767BF9796}" dt="2023-09-13T19:03:53.104" v="1800" actId="1076"/>
          <ac:spMkLst>
            <pc:docMk/>
            <pc:sldMk cId="1291976279" sldId="261"/>
            <ac:spMk id="2" creationId="{522FE1F1-7147-BC7C-2438-B464D90863E2}"/>
          </ac:spMkLst>
        </pc:spChg>
        <pc:spChg chg="add del mod">
          <ac:chgData name="Prerna Mumbaikar" userId="ffb0f9b10a3b5384" providerId="LiveId" clId="{C5C9ED9E-1F1A-452E-B81F-F00767BF9796}" dt="2023-09-13T18:59:31.953" v="1742" actId="26606"/>
          <ac:spMkLst>
            <pc:docMk/>
            <pc:sldMk cId="1291976279" sldId="261"/>
            <ac:spMk id="3" creationId="{9670C779-CB49-3859-E507-643EE9F5EEB7}"/>
          </ac:spMkLst>
        </pc:spChg>
        <pc:spChg chg="mod ord">
          <ac:chgData name="Prerna Mumbaikar" userId="ffb0f9b10a3b5384" providerId="LiveId" clId="{C5C9ED9E-1F1A-452E-B81F-F00767BF9796}" dt="2023-09-13T19:04:53.882" v="1820"/>
          <ac:spMkLst>
            <pc:docMk/>
            <pc:sldMk cId="1291976279" sldId="261"/>
            <ac:spMk id="4" creationId="{80883A3B-01B9-DA5D-EAC9-E3EDBF451503}"/>
          </ac:spMkLst>
        </pc:spChg>
        <pc:spChg chg="mod">
          <ac:chgData name="Prerna Mumbaikar" userId="ffb0f9b10a3b5384" providerId="LiveId" clId="{C5C9ED9E-1F1A-452E-B81F-F00767BF9796}" dt="2023-09-13T19:04:53.882" v="1820"/>
          <ac:spMkLst>
            <pc:docMk/>
            <pc:sldMk cId="1291976279" sldId="261"/>
            <ac:spMk id="5" creationId="{C080B72A-3FA5-BA2F-FEE7-3C6101CC06F5}"/>
          </ac:spMkLst>
        </pc:spChg>
        <pc:spChg chg="add del">
          <ac:chgData name="Prerna Mumbaikar" userId="ffb0f9b10a3b5384" providerId="LiveId" clId="{C5C9ED9E-1F1A-452E-B81F-F00767BF9796}" dt="2023-09-13T18:59:15.988" v="1739" actId="26606"/>
          <ac:spMkLst>
            <pc:docMk/>
            <pc:sldMk cId="1291976279" sldId="261"/>
            <ac:spMk id="11" creationId="{907EF6B7-1338-4443-8C46-6A318D952DFD}"/>
          </ac:spMkLst>
        </pc:spChg>
        <pc:spChg chg="add del">
          <ac:chgData name="Prerna Mumbaikar" userId="ffb0f9b10a3b5384" providerId="LiveId" clId="{C5C9ED9E-1F1A-452E-B81F-F00767BF9796}" dt="2023-09-13T18:59:03.912" v="1731" actId="26606"/>
          <ac:spMkLst>
            <pc:docMk/>
            <pc:sldMk cId="1291976279" sldId="261"/>
            <ac:spMk id="13" creationId="{460B0EFB-53ED-4F35-B05D-F658EA021C65}"/>
          </ac:spMkLst>
        </pc:spChg>
        <pc:spChg chg="add del">
          <ac:chgData name="Prerna Mumbaikar" userId="ffb0f9b10a3b5384" providerId="LiveId" clId="{C5C9ED9E-1F1A-452E-B81F-F00767BF9796}" dt="2023-09-13T18:59:03.912" v="1731" actId="26606"/>
          <ac:spMkLst>
            <pc:docMk/>
            <pc:sldMk cId="1291976279" sldId="261"/>
            <ac:spMk id="15" creationId="{835EF3DD-7D43-4A27-8967-A92FD8CC9365}"/>
          </ac:spMkLst>
        </pc:spChg>
        <pc:spChg chg="add del">
          <ac:chgData name="Prerna Mumbaikar" userId="ffb0f9b10a3b5384" providerId="LiveId" clId="{C5C9ED9E-1F1A-452E-B81F-F00767BF9796}" dt="2023-09-13T18:59:05.645" v="1733" actId="26606"/>
          <ac:spMkLst>
            <pc:docMk/>
            <pc:sldMk cId="1291976279" sldId="261"/>
            <ac:spMk id="17" creationId="{A7B99495-F43F-4D80-A44F-2CB4764EB90B}"/>
          </ac:spMkLst>
        </pc:spChg>
        <pc:spChg chg="add del">
          <ac:chgData name="Prerna Mumbaikar" userId="ffb0f9b10a3b5384" providerId="LiveId" clId="{C5C9ED9E-1F1A-452E-B81F-F00767BF9796}" dt="2023-09-13T18:59:05.645" v="1733" actId="26606"/>
          <ac:spMkLst>
            <pc:docMk/>
            <pc:sldMk cId="1291976279" sldId="261"/>
            <ac:spMk id="18" creationId="{D3E17859-C5F0-476F-A082-A4CB8841DB24}"/>
          </ac:spMkLst>
        </pc:spChg>
        <pc:spChg chg="add del">
          <ac:chgData name="Prerna Mumbaikar" userId="ffb0f9b10a3b5384" providerId="LiveId" clId="{C5C9ED9E-1F1A-452E-B81F-F00767BF9796}" dt="2023-09-13T18:59:05.645" v="1733" actId="26606"/>
          <ac:spMkLst>
            <pc:docMk/>
            <pc:sldMk cId="1291976279" sldId="261"/>
            <ac:spMk id="20" creationId="{70BEB1E7-2F88-40BC-B73D-42E5B6F80BFC}"/>
          </ac:spMkLst>
        </pc:spChg>
        <pc:spChg chg="add del">
          <ac:chgData name="Prerna Mumbaikar" userId="ffb0f9b10a3b5384" providerId="LiveId" clId="{C5C9ED9E-1F1A-452E-B81F-F00767BF9796}" dt="2023-09-13T18:59:15.988" v="1739" actId="26606"/>
          <ac:spMkLst>
            <pc:docMk/>
            <pc:sldMk cId="1291976279" sldId="261"/>
            <ac:spMk id="27" creationId="{DAAE4CDD-124C-4DCF-9584-B6033B545DD5}"/>
          </ac:spMkLst>
        </pc:spChg>
        <pc:spChg chg="add del">
          <ac:chgData name="Prerna Mumbaikar" userId="ffb0f9b10a3b5384" providerId="LiveId" clId="{C5C9ED9E-1F1A-452E-B81F-F00767BF9796}" dt="2023-09-13T18:59:15.988" v="1739" actId="26606"/>
          <ac:spMkLst>
            <pc:docMk/>
            <pc:sldMk cId="1291976279" sldId="261"/>
            <ac:spMk id="28" creationId="{081E4A58-353D-44AE-B2FC-2A74E2E400F7}"/>
          </ac:spMkLst>
        </pc:spChg>
        <pc:spChg chg="add del">
          <ac:chgData name="Prerna Mumbaikar" userId="ffb0f9b10a3b5384" providerId="LiveId" clId="{C5C9ED9E-1F1A-452E-B81F-F00767BF9796}" dt="2023-09-13T18:59:15.988" v="1739" actId="26606"/>
          <ac:spMkLst>
            <pc:docMk/>
            <pc:sldMk cId="1291976279" sldId="261"/>
            <ac:spMk id="29" creationId="{9670C779-CB49-3859-E507-643EE9F5EEB7}"/>
          </ac:spMkLst>
        </pc:spChg>
        <pc:spChg chg="add del">
          <ac:chgData name="Prerna Mumbaikar" userId="ffb0f9b10a3b5384" providerId="LiveId" clId="{C5C9ED9E-1F1A-452E-B81F-F00767BF9796}" dt="2023-09-13T18:59:31.953" v="1741" actId="26606"/>
          <ac:spMkLst>
            <pc:docMk/>
            <pc:sldMk cId="1291976279" sldId="261"/>
            <ac:spMk id="31" creationId="{9228552E-C8B1-4A80-8448-0787CE0FC704}"/>
          </ac:spMkLst>
        </pc:spChg>
        <pc:spChg chg="add del">
          <ac:chgData name="Prerna Mumbaikar" userId="ffb0f9b10a3b5384" providerId="LiveId" clId="{C5C9ED9E-1F1A-452E-B81F-F00767BF9796}" dt="2023-09-13T18:59:50.444" v="1745" actId="26606"/>
          <ac:spMkLst>
            <pc:docMk/>
            <pc:sldMk cId="1291976279" sldId="261"/>
            <ac:spMk id="35" creationId="{6CC7D015-0DD8-420F-A568-AC4FEDC41251}"/>
          </ac:spMkLst>
        </pc:spChg>
        <pc:spChg chg="add mod">
          <ac:chgData name="Prerna Mumbaikar" userId="ffb0f9b10a3b5384" providerId="LiveId" clId="{C5C9ED9E-1F1A-452E-B81F-F00767BF9796}" dt="2023-09-13T19:11:47.185" v="1908" actId="20577"/>
          <ac:spMkLst>
            <pc:docMk/>
            <pc:sldMk cId="1291976279" sldId="261"/>
            <ac:spMk id="36" creationId="{9670C779-CB49-3859-E507-643EE9F5EEB7}"/>
          </ac:spMkLst>
        </pc:spChg>
        <pc:spChg chg="add del">
          <ac:chgData name="Prerna Mumbaikar" userId="ffb0f9b10a3b5384" providerId="LiveId" clId="{C5C9ED9E-1F1A-452E-B81F-F00767BF9796}" dt="2023-09-13T18:59:50.444" v="1744" actId="26606"/>
          <ac:spMkLst>
            <pc:docMk/>
            <pc:sldMk cId="1291976279" sldId="261"/>
            <ac:spMk id="41" creationId="{17718681-A12E-49D6-9925-DD7C68176D61}"/>
          </ac:spMkLst>
        </pc:spChg>
        <pc:spChg chg="add del">
          <ac:chgData name="Prerna Mumbaikar" userId="ffb0f9b10a3b5384" providerId="LiveId" clId="{C5C9ED9E-1F1A-452E-B81F-F00767BF9796}" dt="2023-09-13T18:59:50.444" v="1744" actId="26606"/>
          <ac:spMkLst>
            <pc:docMk/>
            <pc:sldMk cId="1291976279" sldId="261"/>
            <ac:spMk id="43" creationId="{FBD77573-9EF2-4C35-8285-A1CF6FBB0EA5}"/>
          </ac:spMkLst>
        </pc:spChg>
        <pc:spChg chg="add del">
          <ac:chgData name="Prerna Mumbaikar" userId="ffb0f9b10a3b5384" providerId="LiveId" clId="{C5C9ED9E-1F1A-452E-B81F-F00767BF9796}" dt="2023-09-13T19:00:57.274" v="1750" actId="26606"/>
          <ac:spMkLst>
            <pc:docMk/>
            <pc:sldMk cId="1291976279" sldId="261"/>
            <ac:spMk id="45" creationId="{777A147A-9ED8-46B4-8660-1B3C2AA880B5}"/>
          </ac:spMkLst>
        </pc:spChg>
        <pc:spChg chg="add del">
          <ac:chgData name="Prerna Mumbaikar" userId="ffb0f9b10a3b5384" providerId="LiveId" clId="{C5C9ED9E-1F1A-452E-B81F-F00767BF9796}" dt="2023-09-13T19:00:57.274" v="1750" actId="26606"/>
          <ac:spMkLst>
            <pc:docMk/>
            <pc:sldMk cId="1291976279" sldId="261"/>
            <ac:spMk id="46" creationId="{5D6C15A0-C087-4593-8414-2B4EC1CDC3DE}"/>
          </ac:spMkLst>
        </pc:spChg>
        <pc:spChg chg="add del">
          <ac:chgData name="Prerna Mumbaikar" userId="ffb0f9b10a3b5384" providerId="LiveId" clId="{C5C9ED9E-1F1A-452E-B81F-F00767BF9796}" dt="2023-09-13T19:01:12.274" v="1754" actId="26606"/>
          <ac:spMkLst>
            <pc:docMk/>
            <pc:sldMk cId="1291976279" sldId="261"/>
            <ac:spMk id="53" creationId="{AFA67CD3-AB4E-4A7A-BEB8-53C445D8C44E}"/>
          </ac:spMkLst>
        </pc:spChg>
        <pc:spChg chg="add del">
          <ac:chgData name="Prerna Mumbaikar" userId="ffb0f9b10a3b5384" providerId="LiveId" clId="{C5C9ED9E-1F1A-452E-B81F-F00767BF9796}" dt="2023-09-13T19:01:12.274" v="1754" actId="26606"/>
          <ac:spMkLst>
            <pc:docMk/>
            <pc:sldMk cId="1291976279" sldId="261"/>
            <ac:spMk id="57" creationId="{339C8D78-A644-462F-B674-F440635E5353}"/>
          </ac:spMkLst>
        </pc:spChg>
        <pc:spChg chg="add del">
          <ac:chgData name="Prerna Mumbaikar" userId="ffb0f9b10a3b5384" providerId="LiveId" clId="{C5C9ED9E-1F1A-452E-B81F-F00767BF9796}" dt="2023-09-13T19:01:12.258" v="1753" actId="26606"/>
          <ac:spMkLst>
            <pc:docMk/>
            <pc:sldMk cId="1291976279" sldId="261"/>
            <ac:spMk id="62" creationId="{59A309A7-1751-4ABE-A3C1-EEC40366AD89}"/>
          </ac:spMkLst>
        </pc:spChg>
        <pc:spChg chg="add del">
          <ac:chgData name="Prerna Mumbaikar" userId="ffb0f9b10a3b5384" providerId="LiveId" clId="{C5C9ED9E-1F1A-452E-B81F-F00767BF9796}" dt="2023-09-13T19:01:12.258" v="1753" actId="26606"/>
          <ac:spMkLst>
            <pc:docMk/>
            <pc:sldMk cId="1291976279" sldId="261"/>
            <ac:spMk id="64" creationId="{967D8EB6-EAE1-4F9C-B398-83321E287204}"/>
          </ac:spMkLst>
        </pc:spChg>
        <pc:spChg chg="add del">
          <ac:chgData name="Prerna Mumbaikar" userId="ffb0f9b10a3b5384" providerId="LiveId" clId="{C5C9ED9E-1F1A-452E-B81F-F00767BF9796}" dt="2023-09-13T19:02:15.223" v="1783" actId="26606"/>
          <ac:spMkLst>
            <pc:docMk/>
            <pc:sldMk cId="1291976279" sldId="261"/>
            <ac:spMk id="66" creationId="{743AA782-23D1-4521-8CAD-47662984AA08}"/>
          </ac:spMkLst>
        </pc:spChg>
        <pc:spChg chg="add del">
          <ac:chgData name="Prerna Mumbaikar" userId="ffb0f9b10a3b5384" providerId="LiveId" clId="{C5C9ED9E-1F1A-452E-B81F-F00767BF9796}" dt="2023-09-13T19:02:15.223" v="1783" actId="26606"/>
          <ac:spMkLst>
            <pc:docMk/>
            <pc:sldMk cId="1291976279" sldId="261"/>
            <ac:spMk id="67" creationId="{650D18FE-0824-4A46-B22C-A86B52E5780A}"/>
          </ac:spMkLst>
        </pc:spChg>
        <pc:spChg chg="add del">
          <ac:chgData name="Prerna Mumbaikar" userId="ffb0f9b10a3b5384" providerId="LiveId" clId="{C5C9ED9E-1F1A-452E-B81F-F00767BF9796}" dt="2023-09-13T19:03:45.743" v="1798" actId="26606"/>
          <ac:spMkLst>
            <pc:docMk/>
            <pc:sldMk cId="1291976279" sldId="261"/>
            <ac:spMk id="72" creationId="{8D1AA55E-40D5-461B-A5A8-4AE8AAB71B08}"/>
          </ac:spMkLst>
        </pc:spChg>
        <pc:spChg chg="add del">
          <ac:chgData name="Prerna Mumbaikar" userId="ffb0f9b10a3b5384" providerId="LiveId" clId="{C5C9ED9E-1F1A-452E-B81F-F00767BF9796}" dt="2023-09-13T19:03:45.743" v="1798" actId="26606"/>
          <ac:spMkLst>
            <pc:docMk/>
            <pc:sldMk cId="1291976279" sldId="261"/>
            <ac:spMk id="76" creationId="{6CB927A4-E432-4310-9CD5-E89FF5063179}"/>
          </ac:spMkLst>
        </pc:spChg>
        <pc:spChg chg="add del">
          <ac:chgData name="Prerna Mumbaikar" userId="ffb0f9b10a3b5384" providerId="LiveId" clId="{C5C9ED9E-1F1A-452E-B81F-F00767BF9796}" dt="2023-09-13T19:03:45.743" v="1798" actId="26606"/>
          <ac:spMkLst>
            <pc:docMk/>
            <pc:sldMk cId="1291976279" sldId="261"/>
            <ac:spMk id="78" creationId="{E3020543-B24B-4EC4-8FFC-8DD88EEA91A8}"/>
          </ac:spMkLst>
        </pc:spChg>
        <pc:spChg chg="add del">
          <ac:chgData name="Prerna Mumbaikar" userId="ffb0f9b10a3b5384" providerId="LiveId" clId="{C5C9ED9E-1F1A-452E-B81F-F00767BF9796}" dt="2023-09-13T19:04:49.740" v="1816"/>
          <ac:spMkLst>
            <pc:docMk/>
            <pc:sldMk cId="1291976279" sldId="261"/>
            <ac:spMk id="83" creationId="{1E020063-2385-44AC-BD67-258E1F0B9FCE}"/>
          </ac:spMkLst>
        </pc:spChg>
        <pc:spChg chg="add del">
          <ac:chgData name="Prerna Mumbaikar" userId="ffb0f9b10a3b5384" providerId="LiveId" clId="{C5C9ED9E-1F1A-452E-B81F-F00767BF9796}" dt="2023-09-13T19:04:49.740" v="1816"/>
          <ac:spMkLst>
            <pc:docMk/>
            <pc:sldMk cId="1291976279" sldId="261"/>
            <ac:spMk id="85" creationId="{7E014A0B-5338-4077-AFE9-A90D04D4492B}"/>
          </ac:spMkLst>
        </pc:spChg>
        <pc:grpChg chg="add del">
          <ac:chgData name="Prerna Mumbaikar" userId="ffb0f9b10a3b5384" providerId="LiveId" clId="{C5C9ED9E-1F1A-452E-B81F-F00767BF9796}" dt="2023-09-13T19:04:49.740" v="1816"/>
          <ac:grpSpMkLst>
            <pc:docMk/>
            <pc:sldMk cId="1291976279" sldId="261"/>
            <ac:grpSpMk id="87" creationId="{78127680-150F-4A90-9950-F66392578116}"/>
          </ac:grpSpMkLst>
        </pc:grpChg>
        <pc:grpChg chg="add del">
          <ac:chgData name="Prerna Mumbaikar" userId="ffb0f9b10a3b5384" providerId="LiveId" clId="{C5C9ED9E-1F1A-452E-B81F-F00767BF9796}" dt="2023-09-13T19:04:49.740" v="1816"/>
          <ac:grpSpMkLst>
            <pc:docMk/>
            <pc:sldMk cId="1291976279" sldId="261"/>
            <ac:grpSpMk id="93" creationId="{466920E5-8640-4C24-A775-8647637094A7}"/>
          </ac:grpSpMkLst>
        </pc:grpChg>
        <pc:graphicFrameChg chg="add del">
          <ac:chgData name="Prerna Mumbaikar" userId="ffb0f9b10a3b5384" providerId="LiveId" clId="{C5C9ED9E-1F1A-452E-B81F-F00767BF9796}" dt="2023-09-13T18:59:03.912" v="1731" actId="26606"/>
          <ac:graphicFrameMkLst>
            <pc:docMk/>
            <pc:sldMk cId="1291976279" sldId="261"/>
            <ac:graphicFrameMk id="8" creationId="{1A3F7BAD-3451-4818-7DF2-C5413A6B3753}"/>
          </ac:graphicFrameMkLst>
        </pc:graphicFrameChg>
        <pc:graphicFrameChg chg="add del">
          <ac:chgData name="Prerna Mumbaikar" userId="ffb0f9b10a3b5384" providerId="LiveId" clId="{C5C9ED9E-1F1A-452E-B81F-F00767BF9796}" dt="2023-09-13T18:59:05.645" v="1733" actId="26606"/>
          <ac:graphicFrameMkLst>
            <pc:docMk/>
            <pc:sldMk cId="1291976279" sldId="261"/>
            <ac:graphicFrameMk id="21" creationId="{519C1C01-A5B4-266C-273F-00E38207DC1D}"/>
          </ac:graphicFrameMkLst>
        </pc:graphicFrameChg>
        <pc:graphicFrameChg chg="add del">
          <ac:chgData name="Prerna Mumbaikar" userId="ffb0f9b10a3b5384" providerId="LiveId" clId="{C5C9ED9E-1F1A-452E-B81F-F00767BF9796}" dt="2023-09-13T18:59:06.799" v="1735" actId="26606"/>
          <ac:graphicFrameMkLst>
            <pc:docMk/>
            <pc:sldMk cId="1291976279" sldId="261"/>
            <ac:graphicFrameMk id="23" creationId="{C83BE577-BB4A-B0F1-C7A8-3AB1703CD81D}"/>
          </ac:graphicFrameMkLst>
        </pc:graphicFrameChg>
        <pc:graphicFrameChg chg="add del">
          <ac:chgData name="Prerna Mumbaikar" userId="ffb0f9b10a3b5384" providerId="LiveId" clId="{C5C9ED9E-1F1A-452E-B81F-F00767BF9796}" dt="2023-09-13T18:59:15.341" v="1737" actId="26606"/>
          <ac:graphicFrameMkLst>
            <pc:docMk/>
            <pc:sldMk cId="1291976279" sldId="261"/>
            <ac:graphicFrameMk id="25" creationId="{2FA63F68-041B-9F5A-150E-694A040F0EA8}"/>
          </ac:graphicFrameMkLst>
        </pc:graphicFrameChg>
        <pc:graphicFrameChg chg="add del">
          <ac:chgData name="Prerna Mumbaikar" userId="ffb0f9b10a3b5384" providerId="LiveId" clId="{C5C9ED9E-1F1A-452E-B81F-F00767BF9796}" dt="2023-09-13T18:59:31.953" v="1741" actId="26606"/>
          <ac:graphicFrameMkLst>
            <pc:docMk/>
            <pc:sldMk cId="1291976279" sldId="261"/>
            <ac:graphicFrameMk id="33" creationId="{39B9E544-F4C9-81D0-7054-FF59A45BD478}"/>
          </ac:graphicFrameMkLst>
        </pc:graphicFrameChg>
        <pc:picChg chg="add mod">
          <ac:chgData name="Prerna Mumbaikar" userId="ffb0f9b10a3b5384" providerId="LiveId" clId="{C5C9ED9E-1F1A-452E-B81F-F00767BF9796}" dt="2023-09-07T06:56:56.542" v="515"/>
          <ac:picMkLst>
            <pc:docMk/>
            <pc:sldMk cId="1291976279" sldId="261"/>
            <ac:picMk id="6" creationId="{DFFF4C66-6B08-34E7-15D4-39B9FC7422E1}"/>
          </ac:picMkLst>
        </pc:picChg>
        <pc:picChg chg="add del">
          <ac:chgData name="Prerna Mumbaikar" userId="ffb0f9b10a3b5384" providerId="LiveId" clId="{C5C9ED9E-1F1A-452E-B81F-F00767BF9796}" dt="2023-09-13T18:59:03.912" v="1731" actId="26606"/>
          <ac:picMkLst>
            <pc:docMk/>
            <pc:sldMk cId="1291976279" sldId="261"/>
            <ac:picMk id="9" creationId="{068195A9-BB19-5B37-CEEB-29062B46625E}"/>
          </ac:picMkLst>
        </pc:picChg>
        <pc:picChg chg="add del">
          <ac:chgData name="Prerna Mumbaikar" userId="ffb0f9b10a3b5384" providerId="LiveId" clId="{C5C9ED9E-1F1A-452E-B81F-F00767BF9796}" dt="2023-09-13T18:59:05.645" v="1733" actId="26606"/>
          <ac:picMkLst>
            <pc:docMk/>
            <pc:sldMk cId="1291976279" sldId="261"/>
            <ac:picMk id="19" creationId="{ABDC4372-7920-DD3E-92C6-ADBCE98171E7}"/>
          </ac:picMkLst>
        </pc:picChg>
        <pc:picChg chg="add del">
          <ac:chgData name="Prerna Mumbaikar" userId="ffb0f9b10a3b5384" providerId="LiveId" clId="{C5C9ED9E-1F1A-452E-B81F-F00767BF9796}" dt="2023-09-13T18:59:31.953" v="1741" actId="26606"/>
          <ac:picMkLst>
            <pc:docMk/>
            <pc:sldMk cId="1291976279" sldId="261"/>
            <ac:picMk id="32" creationId="{5596AC20-2D67-E1E2-9DB3-06681AD99773}"/>
          </ac:picMkLst>
        </pc:picChg>
        <pc:picChg chg="add mod ord">
          <ac:chgData name="Prerna Mumbaikar" userId="ffb0f9b10a3b5384" providerId="LiveId" clId="{C5C9ED9E-1F1A-452E-B81F-F00767BF9796}" dt="2023-09-13T19:03:56.793" v="1801" actId="1076"/>
          <ac:picMkLst>
            <pc:docMk/>
            <pc:sldMk cId="1291976279" sldId="261"/>
            <ac:picMk id="50" creationId="{CA2ECCFF-87D8-75EE-56B6-948E55B09811}"/>
          </ac:picMkLst>
        </pc:picChg>
        <pc:picChg chg="add del">
          <ac:chgData name="Prerna Mumbaikar" userId="ffb0f9b10a3b5384" providerId="LiveId" clId="{C5C9ED9E-1F1A-452E-B81F-F00767BF9796}" dt="2023-09-13T19:01:12.274" v="1754" actId="26606"/>
          <ac:picMkLst>
            <pc:docMk/>
            <pc:sldMk cId="1291976279" sldId="261"/>
            <ac:picMk id="55" creationId="{07CF545F-9C2E-4446-97CD-AD92990C2B68}"/>
          </ac:picMkLst>
        </pc:picChg>
        <pc:cxnChg chg="add del">
          <ac:chgData name="Prerna Mumbaikar" userId="ffb0f9b10a3b5384" providerId="LiveId" clId="{C5C9ED9E-1F1A-452E-B81F-F00767BF9796}" dt="2023-09-13T19:03:45.743" v="1798" actId="26606"/>
          <ac:cxnSpMkLst>
            <pc:docMk/>
            <pc:sldMk cId="1291976279" sldId="261"/>
            <ac:cxnSpMk id="74" creationId="{7EB498BD-8089-4626-91EA-4978EBEF535E}"/>
          </ac:cxnSpMkLst>
        </pc:cxnChg>
      </pc:sldChg>
      <pc:sldChg chg="addSp delSp modSp mod setBg delDesignElem">
        <pc:chgData name="Prerna Mumbaikar" userId="ffb0f9b10a3b5384" providerId="LiveId" clId="{C5C9ED9E-1F1A-452E-B81F-F00767BF9796}" dt="2023-09-13T19:08:45.034" v="1879" actId="1076"/>
        <pc:sldMkLst>
          <pc:docMk/>
          <pc:sldMk cId="1826903492" sldId="262"/>
        </pc:sldMkLst>
        <pc:spChg chg="mod">
          <ac:chgData name="Prerna Mumbaikar" userId="ffb0f9b10a3b5384" providerId="LiveId" clId="{C5C9ED9E-1F1A-452E-B81F-F00767BF9796}" dt="2023-09-13T19:08:08.372" v="1869" actId="403"/>
          <ac:spMkLst>
            <pc:docMk/>
            <pc:sldMk cId="1826903492" sldId="262"/>
            <ac:spMk id="2" creationId="{49EC0185-C26E-23B7-375A-CA36E83DDFC2}"/>
          </ac:spMkLst>
        </pc:spChg>
        <pc:spChg chg="mod ord">
          <ac:chgData name="Prerna Mumbaikar" userId="ffb0f9b10a3b5384" providerId="LiveId" clId="{C5C9ED9E-1F1A-452E-B81F-F00767BF9796}" dt="2023-09-13T19:08:35.770" v="1877" actId="27636"/>
          <ac:spMkLst>
            <pc:docMk/>
            <pc:sldMk cId="1826903492" sldId="262"/>
            <ac:spMk id="3" creationId="{C314BC23-190C-CEF4-5C40-AFE87764C881}"/>
          </ac:spMkLst>
        </pc:spChg>
        <pc:spChg chg="mod ord">
          <ac:chgData name="Prerna Mumbaikar" userId="ffb0f9b10a3b5384" providerId="LiveId" clId="{C5C9ED9E-1F1A-452E-B81F-F00767BF9796}" dt="2023-09-13T19:07:48.945" v="1858" actId="26606"/>
          <ac:spMkLst>
            <pc:docMk/>
            <pc:sldMk cId="1826903492" sldId="262"/>
            <ac:spMk id="4" creationId="{AB8C2657-9D7E-8CD5-6BE4-D3A63C14A871}"/>
          </ac:spMkLst>
        </pc:spChg>
        <pc:spChg chg="mod">
          <ac:chgData name="Prerna Mumbaikar" userId="ffb0f9b10a3b5384" providerId="LiveId" clId="{C5C9ED9E-1F1A-452E-B81F-F00767BF9796}" dt="2023-09-13T19:07:48.945" v="1858" actId="26606"/>
          <ac:spMkLst>
            <pc:docMk/>
            <pc:sldMk cId="1826903492" sldId="262"/>
            <ac:spMk id="5" creationId="{7692E213-988C-E20C-E04B-D35D06FC1925}"/>
          </ac:spMkLst>
        </pc:spChg>
        <pc:spChg chg="add del">
          <ac:chgData name="Prerna Mumbaikar" userId="ffb0f9b10a3b5384" providerId="LiveId" clId="{C5C9ED9E-1F1A-452E-B81F-F00767BF9796}" dt="2023-09-07T15:56:34.086" v="1523" actId="22"/>
          <ac:spMkLst>
            <pc:docMk/>
            <pc:sldMk cId="1826903492" sldId="262"/>
            <ac:spMk id="8" creationId="{8C1752B8-0894-1CF5-8D13-01F07605FDDA}"/>
          </ac:spMkLst>
        </pc:spChg>
        <pc:spChg chg="add">
          <ac:chgData name="Prerna Mumbaikar" userId="ffb0f9b10a3b5384" providerId="LiveId" clId="{C5C9ED9E-1F1A-452E-B81F-F00767BF9796}" dt="2023-09-13T19:07:48.945" v="1858" actId="26606"/>
          <ac:spMkLst>
            <pc:docMk/>
            <pc:sldMk cId="1826903492" sldId="262"/>
            <ac:spMk id="1028" creationId="{D1942232-83D0-49E2-AF9B-1F97E3C1EF8E}"/>
          </ac:spMkLst>
        </pc:spChg>
        <pc:spChg chg="add">
          <ac:chgData name="Prerna Mumbaikar" userId="ffb0f9b10a3b5384" providerId="LiveId" clId="{C5C9ED9E-1F1A-452E-B81F-F00767BF9796}" dt="2023-09-13T19:07:48.945" v="1858" actId="26606"/>
          <ac:spMkLst>
            <pc:docMk/>
            <pc:sldMk cId="1826903492" sldId="262"/>
            <ac:spMk id="1029" creationId="{E9E70D72-6E23-4015-A4A6-85C120C19167}"/>
          </ac:spMkLst>
        </pc:spChg>
        <pc:spChg chg="add del">
          <ac:chgData name="Prerna Mumbaikar" userId="ffb0f9b10a3b5384" providerId="LiveId" clId="{C5C9ED9E-1F1A-452E-B81F-F00767BF9796}" dt="2023-09-07T15:57:48.403" v="1527" actId="26606"/>
          <ac:spMkLst>
            <pc:docMk/>
            <pc:sldMk cId="1826903492" sldId="262"/>
            <ac:spMk id="1031" creationId="{2EB492CD-616E-47F8-933B-5E2D952A0593}"/>
          </ac:spMkLst>
        </pc:spChg>
        <pc:spChg chg="add del">
          <ac:chgData name="Prerna Mumbaikar" userId="ffb0f9b10a3b5384" providerId="LiveId" clId="{C5C9ED9E-1F1A-452E-B81F-F00767BF9796}" dt="2023-09-07T15:57:48.403" v="1527" actId="26606"/>
          <ac:spMkLst>
            <pc:docMk/>
            <pc:sldMk cId="1826903492" sldId="262"/>
            <ac:spMk id="1033" creationId="{59383CF9-23B5-4335-9B21-1791C4CF1C75}"/>
          </ac:spMkLst>
        </pc:spChg>
        <pc:spChg chg="add del">
          <ac:chgData name="Prerna Mumbaikar" userId="ffb0f9b10a3b5384" providerId="LiveId" clId="{C5C9ED9E-1F1A-452E-B81F-F00767BF9796}" dt="2023-09-07T15:57:48.403" v="1527" actId="26606"/>
          <ac:spMkLst>
            <pc:docMk/>
            <pc:sldMk cId="1826903492" sldId="262"/>
            <ac:spMk id="1035" creationId="{0007FE00-9498-4706-B255-6437B0252C02}"/>
          </ac:spMkLst>
        </pc:spChg>
        <pc:spChg chg="add del">
          <ac:chgData name="Prerna Mumbaikar" userId="ffb0f9b10a3b5384" providerId="LiveId" clId="{C5C9ED9E-1F1A-452E-B81F-F00767BF9796}" dt="2023-09-07T15:58:24.743" v="1536" actId="26606"/>
          <ac:spMkLst>
            <pc:docMk/>
            <pc:sldMk cId="1826903492" sldId="262"/>
            <ac:spMk id="1040" creationId="{A2679492-7988-4050-9056-542444452411}"/>
          </ac:spMkLst>
        </pc:spChg>
        <pc:spChg chg="add del">
          <ac:chgData name="Prerna Mumbaikar" userId="ffb0f9b10a3b5384" providerId="LiveId" clId="{C5C9ED9E-1F1A-452E-B81F-F00767BF9796}" dt="2023-09-07T15:58:24.743" v="1536" actId="26606"/>
          <ac:spMkLst>
            <pc:docMk/>
            <pc:sldMk cId="1826903492" sldId="262"/>
            <ac:spMk id="1042" creationId="{B091B163-7D61-4891-ABCF-5C13D9C418D0}"/>
          </ac:spMkLst>
        </pc:spChg>
        <pc:spChg chg="add del">
          <ac:chgData name="Prerna Mumbaikar" userId="ffb0f9b10a3b5384" providerId="LiveId" clId="{C5C9ED9E-1F1A-452E-B81F-F00767BF9796}" dt="2023-09-13T19:04:49.740" v="1816"/>
          <ac:spMkLst>
            <pc:docMk/>
            <pc:sldMk cId="1826903492" sldId="262"/>
            <ac:spMk id="1049" creationId="{8D1AA55E-40D5-461B-A5A8-4AE8AAB71B08}"/>
          </ac:spMkLst>
        </pc:spChg>
        <pc:spChg chg="add del">
          <ac:chgData name="Prerna Mumbaikar" userId="ffb0f9b10a3b5384" providerId="LiveId" clId="{C5C9ED9E-1F1A-452E-B81F-F00767BF9796}" dt="2023-09-13T19:04:49.740" v="1816"/>
          <ac:spMkLst>
            <pc:docMk/>
            <pc:sldMk cId="1826903492" sldId="262"/>
            <ac:spMk id="1053" creationId="{6CB927A4-E432-4310-9CD5-E89FF5063179}"/>
          </ac:spMkLst>
        </pc:spChg>
        <pc:spChg chg="add del">
          <ac:chgData name="Prerna Mumbaikar" userId="ffb0f9b10a3b5384" providerId="LiveId" clId="{C5C9ED9E-1F1A-452E-B81F-F00767BF9796}" dt="2023-09-13T19:04:49.740" v="1816"/>
          <ac:spMkLst>
            <pc:docMk/>
            <pc:sldMk cId="1826903492" sldId="262"/>
            <ac:spMk id="1055" creationId="{E3020543-B24B-4EC4-8FFC-8DD88EEA91A8}"/>
          </ac:spMkLst>
        </pc:spChg>
        <pc:spChg chg="add del">
          <ac:chgData name="Prerna Mumbaikar" userId="ffb0f9b10a3b5384" providerId="LiveId" clId="{C5C9ED9E-1F1A-452E-B81F-F00767BF9796}" dt="2023-09-13T18:57:50.132" v="1716" actId="26606"/>
          <ac:spMkLst>
            <pc:docMk/>
            <pc:sldMk cId="1826903492" sldId="262"/>
            <ac:spMk id="1060" creationId="{5AA03EDC-7067-4DFF-B672-541D016AAAB8}"/>
          </ac:spMkLst>
        </pc:spChg>
        <pc:spChg chg="add del">
          <ac:chgData name="Prerna Mumbaikar" userId="ffb0f9b10a3b5384" providerId="LiveId" clId="{C5C9ED9E-1F1A-452E-B81F-F00767BF9796}" dt="2023-09-13T18:57:50.132" v="1716" actId="26606"/>
          <ac:spMkLst>
            <pc:docMk/>
            <pc:sldMk cId="1826903492" sldId="262"/>
            <ac:spMk id="1062" creationId="{0EBF3E39-B0BE-496A-8604-9007470FFA3A}"/>
          </ac:spMkLst>
        </pc:spChg>
        <pc:spChg chg="add del">
          <ac:chgData name="Prerna Mumbaikar" userId="ffb0f9b10a3b5384" providerId="LiveId" clId="{C5C9ED9E-1F1A-452E-B81F-F00767BF9796}" dt="2023-09-13T18:57:55.069" v="1718" actId="26606"/>
          <ac:spMkLst>
            <pc:docMk/>
            <pc:sldMk cId="1826903492" sldId="262"/>
            <ac:spMk id="1064" creationId="{F9A95BEE-6BB1-4A28-A8E6-A34B2E42EF87}"/>
          </ac:spMkLst>
        </pc:spChg>
        <pc:spChg chg="add del">
          <ac:chgData name="Prerna Mumbaikar" userId="ffb0f9b10a3b5384" providerId="LiveId" clId="{C5C9ED9E-1F1A-452E-B81F-F00767BF9796}" dt="2023-09-13T18:57:55.069" v="1718" actId="26606"/>
          <ac:spMkLst>
            <pc:docMk/>
            <pc:sldMk cId="1826903492" sldId="262"/>
            <ac:spMk id="1065" creationId="{F56F5174-31D9-4DBB-AAB7-A1FD7BDB1352}"/>
          </ac:spMkLst>
        </pc:spChg>
        <pc:grpChg chg="add">
          <ac:chgData name="Prerna Mumbaikar" userId="ffb0f9b10a3b5384" providerId="LiveId" clId="{C5C9ED9E-1F1A-452E-B81F-F00767BF9796}" dt="2023-09-13T19:07:48.945" v="1858" actId="26606"/>
          <ac:grpSpMkLst>
            <pc:docMk/>
            <pc:sldMk cId="1826903492" sldId="262"/>
            <ac:grpSpMk id="1030" creationId="{C28A977F-B603-4D81-B0FC-C8DE048A7931}"/>
          </ac:grpSpMkLst>
        </pc:grpChg>
        <pc:grpChg chg="add">
          <ac:chgData name="Prerna Mumbaikar" userId="ffb0f9b10a3b5384" providerId="LiveId" clId="{C5C9ED9E-1F1A-452E-B81F-F00767BF9796}" dt="2023-09-13T19:07:48.945" v="1858" actId="26606"/>
          <ac:grpSpMkLst>
            <pc:docMk/>
            <pc:sldMk cId="1826903492" sldId="262"/>
            <ac:grpSpMk id="1041" creationId="{C78D9229-E61D-4FEE-8321-2F8B64A8CADF}"/>
          </ac:grpSpMkLst>
        </pc:grpChg>
        <pc:picChg chg="add mod">
          <ac:chgData name="Prerna Mumbaikar" userId="ffb0f9b10a3b5384" providerId="LiveId" clId="{C5C9ED9E-1F1A-452E-B81F-F00767BF9796}" dt="2023-09-07T06:57:00.745" v="516"/>
          <ac:picMkLst>
            <pc:docMk/>
            <pc:sldMk cId="1826903492" sldId="262"/>
            <ac:picMk id="6" creationId="{C1B1CBA8-2A81-3306-578C-4987FC414545}"/>
          </ac:picMkLst>
        </pc:picChg>
        <pc:picChg chg="add mod ord">
          <ac:chgData name="Prerna Mumbaikar" userId="ffb0f9b10a3b5384" providerId="LiveId" clId="{C5C9ED9E-1F1A-452E-B81F-F00767BF9796}" dt="2023-09-13T19:08:45.034" v="1879" actId="1076"/>
          <ac:picMkLst>
            <pc:docMk/>
            <pc:sldMk cId="1826903492" sldId="262"/>
            <ac:picMk id="1026" creationId="{B5CACFA5-D446-2C45-B3A6-934A912791F0}"/>
          </ac:picMkLst>
        </pc:picChg>
        <pc:picChg chg="add del">
          <ac:chgData name="Prerna Mumbaikar" userId="ffb0f9b10a3b5384" providerId="LiveId" clId="{C5C9ED9E-1F1A-452E-B81F-F00767BF9796}" dt="2023-09-13T18:57:55.069" v="1718" actId="26606"/>
          <ac:picMkLst>
            <pc:docMk/>
            <pc:sldMk cId="1826903492" sldId="262"/>
            <ac:picMk id="1066" creationId="{AE113210-7872-481A-ADE6-3A05CCAF5EB2}"/>
          </ac:picMkLst>
        </pc:picChg>
        <pc:cxnChg chg="add del">
          <ac:chgData name="Prerna Mumbaikar" userId="ffb0f9b10a3b5384" providerId="LiveId" clId="{C5C9ED9E-1F1A-452E-B81F-F00767BF9796}" dt="2023-09-07T15:58:24.743" v="1536" actId="26606"/>
          <ac:cxnSpMkLst>
            <pc:docMk/>
            <pc:sldMk cId="1826903492" sldId="262"/>
            <ac:cxnSpMk id="1044" creationId="{C49DA8F6-BCC1-4447-B54C-57856834B94B}"/>
          </ac:cxnSpMkLst>
        </pc:cxnChg>
        <pc:cxnChg chg="add del">
          <ac:chgData name="Prerna Mumbaikar" userId="ffb0f9b10a3b5384" providerId="LiveId" clId="{C5C9ED9E-1F1A-452E-B81F-F00767BF9796}" dt="2023-09-13T19:04:49.740" v="1816"/>
          <ac:cxnSpMkLst>
            <pc:docMk/>
            <pc:sldMk cId="1826903492" sldId="262"/>
            <ac:cxnSpMk id="1051" creationId="{7EB498BD-8089-4626-91EA-4978EBEF535E}"/>
          </ac:cxnSpMkLst>
        </pc:cxnChg>
        <pc:cxnChg chg="add del">
          <ac:chgData name="Prerna Mumbaikar" userId="ffb0f9b10a3b5384" providerId="LiveId" clId="{C5C9ED9E-1F1A-452E-B81F-F00767BF9796}" dt="2023-09-13T18:58:05.253" v="1720" actId="26606"/>
          <ac:cxnSpMkLst>
            <pc:docMk/>
            <pc:sldMk cId="1826903492" sldId="262"/>
            <ac:cxnSpMk id="1068" creationId="{1503BFE4-729B-D9D0-C17B-501E6AF1127A}"/>
          </ac:cxnSpMkLst>
        </pc:cxnChg>
      </pc:sldChg>
      <pc:sldChg chg="addSp delSp modSp mod ord setBg">
        <pc:chgData name="Prerna Mumbaikar" userId="ffb0f9b10a3b5384" providerId="LiveId" clId="{C5C9ED9E-1F1A-452E-B81F-F00767BF9796}" dt="2023-09-13T19:06:58.511" v="1854" actId="403"/>
        <pc:sldMkLst>
          <pc:docMk/>
          <pc:sldMk cId="3134760078" sldId="263"/>
        </pc:sldMkLst>
        <pc:spChg chg="mod">
          <ac:chgData name="Prerna Mumbaikar" userId="ffb0f9b10a3b5384" providerId="LiveId" clId="{C5C9ED9E-1F1A-452E-B81F-F00767BF9796}" dt="2023-09-13T19:06:58.511" v="1854" actId="403"/>
          <ac:spMkLst>
            <pc:docMk/>
            <pc:sldMk cId="3134760078" sldId="263"/>
            <ac:spMk id="2" creationId="{8A8375E7-68B6-F9B6-C80D-4B91EB9FBB3D}"/>
          </ac:spMkLst>
        </pc:spChg>
        <pc:spChg chg="mod">
          <ac:chgData name="Prerna Mumbaikar" userId="ffb0f9b10a3b5384" providerId="LiveId" clId="{C5C9ED9E-1F1A-452E-B81F-F00767BF9796}" dt="2023-09-13T19:05:59.854" v="1849" actId="403"/>
          <ac:spMkLst>
            <pc:docMk/>
            <pc:sldMk cId="3134760078" sldId="263"/>
            <ac:spMk id="3" creationId="{7EB67968-8782-709B-258F-25C12F9EFED5}"/>
          </ac:spMkLst>
        </pc:spChg>
        <pc:spChg chg="mod">
          <ac:chgData name="Prerna Mumbaikar" userId="ffb0f9b10a3b5384" providerId="LiveId" clId="{C5C9ED9E-1F1A-452E-B81F-F00767BF9796}" dt="2023-09-13T19:05:07.635" v="1823" actId="26606"/>
          <ac:spMkLst>
            <pc:docMk/>
            <pc:sldMk cId="3134760078" sldId="263"/>
            <ac:spMk id="4" creationId="{7DA570FD-874B-1766-6207-18EA4B902B45}"/>
          </ac:spMkLst>
        </pc:spChg>
        <pc:spChg chg="mod">
          <ac:chgData name="Prerna Mumbaikar" userId="ffb0f9b10a3b5384" providerId="LiveId" clId="{C5C9ED9E-1F1A-452E-B81F-F00767BF9796}" dt="2023-09-13T19:05:07.635" v="1823" actId="26606"/>
          <ac:spMkLst>
            <pc:docMk/>
            <pc:sldMk cId="3134760078" sldId="263"/>
            <ac:spMk id="5" creationId="{C1C92B0F-5CA2-221D-8B75-2946729E3954}"/>
          </ac:spMkLst>
        </pc:spChg>
        <pc:spChg chg="add del">
          <ac:chgData name="Prerna Mumbaikar" userId="ffb0f9b10a3b5384" providerId="LiveId" clId="{C5C9ED9E-1F1A-452E-B81F-F00767BF9796}" dt="2023-09-13T19:05:07.619" v="1822" actId="26606"/>
          <ac:spMkLst>
            <pc:docMk/>
            <pc:sldMk cId="3134760078" sldId="263"/>
            <ac:spMk id="11" creationId="{17718681-A12E-49D6-9925-DD7C68176D61}"/>
          </ac:spMkLst>
        </pc:spChg>
        <pc:spChg chg="add del">
          <ac:chgData name="Prerna Mumbaikar" userId="ffb0f9b10a3b5384" providerId="LiveId" clId="{C5C9ED9E-1F1A-452E-B81F-F00767BF9796}" dt="2023-09-13T19:05:07.619" v="1822" actId="26606"/>
          <ac:spMkLst>
            <pc:docMk/>
            <pc:sldMk cId="3134760078" sldId="263"/>
            <ac:spMk id="13" creationId="{FBD77573-9EF2-4C35-8285-A1CF6FBB0EA5}"/>
          </ac:spMkLst>
        </pc:spChg>
        <pc:spChg chg="add del">
          <ac:chgData name="Prerna Mumbaikar" userId="ffb0f9b10a3b5384" providerId="LiveId" clId="{C5C9ED9E-1F1A-452E-B81F-F00767BF9796}" dt="2023-09-13T19:05:32.694" v="1829" actId="26606"/>
          <ac:spMkLst>
            <pc:docMk/>
            <pc:sldMk cId="3134760078" sldId="263"/>
            <ac:spMk id="20" creationId="{18873D23-2DCF-4B31-A009-95721C06E8E1}"/>
          </ac:spMkLst>
        </pc:spChg>
        <pc:spChg chg="add del">
          <ac:chgData name="Prerna Mumbaikar" userId="ffb0f9b10a3b5384" providerId="LiveId" clId="{C5C9ED9E-1F1A-452E-B81F-F00767BF9796}" dt="2023-09-13T19:05:32.694" v="1829" actId="26606"/>
          <ac:spMkLst>
            <pc:docMk/>
            <pc:sldMk cId="3134760078" sldId="263"/>
            <ac:spMk id="21" creationId="{C13EF075-D4EF-4929-ADBC-91B27DA19955}"/>
          </ac:spMkLst>
        </pc:spChg>
        <pc:spChg chg="add">
          <ac:chgData name="Prerna Mumbaikar" userId="ffb0f9b10a3b5384" providerId="LiveId" clId="{C5C9ED9E-1F1A-452E-B81F-F00767BF9796}" dt="2023-09-13T19:05:32.694" v="1829" actId="26606"/>
          <ac:spMkLst>
            <pc:docMk/>
            <pc:sldMk cId="3134760078" sldId="263"/>
            <ac:spMk id="26" creationId="{4BC99CB9-DDAD-44A2-8A1C-E3AF4E72DF5C}"/>
          </ac:spMkLst>
        </pc:spChg>
        <pc:spChg chg="add">
          <ac:chgData name="Prerna Mumbaikar" userId="ffb0f9b10a3b5384" providerId="LiveId" clId="{C5C9ED9E-1F1A-452E-B81F-F00767BF9796}" dt="2023-09-13T19:05:32.694" v="1829" actId="26606"/>
          <ac:spMkLst>
            <pc:docMk/>
            <pc:sldMk cId="3134760078" sldId="263"/>
            <ac:spMk id="28" creationId="{64053CBF-3932-45FF-8285-EE5146085F3A}"/>
          </ac:spMkLst>
        </pc:spChg>
        <pc:grpChg chg="add del">
          <ac:chgData name="Prerna Mumbaikar" userId="ffb0f9b10a3b5384" providerId="LiveId" clId="{C5C9ED9E-1F1A-452E-B81F-F00767BF9796}" dt="2023-09-13T19:05:32.694" v="1829" actId="26606"/>
          <ac:grpSpMkLst>
            <pc:docMk/>
            <pc:sldMk cId="3134760078" sldId="263"/>
            <ac:grpSpMk id="15" creationId="{DAA26DFA-AAB2-4973-9C17-16D587C7B198}"/>
          </ac:grpSpMkLst>
        </pc:grpChg>
        <pc:grpChg chg="add">
          <ac:chgData name="Prerna Mumbaikar" userId="ffb0f9b10a3b5384" providerId="LiveId" clId="{C5C9ED9E-1F1A-452E-B81F-F00767BF9796}" dt="2023-09-13T19:05:32.694" v="1829" actId="26606"/>
          <ac:grpSpMkLst>
            <pc:docMk/>
            <pc:sldMk cId="3134760078" sldId="263"/>
            <ac:grpSpMk id="30" creationId="{2E751C04-BEA6-446B-A678-9C74819EBD4C}"/>
          </ac:grpSpMkLst>
        </pc:grpChg>
        <pc:grpChg chg="add">
          <ac:chgData name="Prerna Mumbaikar" userId="ffb0f9b10a3b5384" providerId="LiveId" clId="{C5C9ED9E-1F1A-452E-B81F-F00767BF9796}" dt="2023-09-13T19:05:32.694" v="1829" actId="26606"/>
          <ac:grpSpMkLst>
            <pc:docMk/>
            <pc:sldMk cId="3134760078" sldId="263"/>
            <ac:grpSpMk id="36" creationId="{B63ACBA3-DEFD-4C6D-BBA0-64468FA99C2D}"/>
          </ac:grpSpMkLst>
        </pc:grpChg>
        <pc:picChg chg="add mod">
          <ac:chgData name="Prerna Mumbaikar" userId="ffb0f9b10a3b5384" providerId="LiveId" clId="{C5C9ED9E-1F1A-452E-B81F-F00767BF9796}" dt="2023-09-07T06:57:02.784" v="517"/>
          <ac:picMkLst>
            <pc:docMk/>
            <pc:sldMk cId="3134760078" sldId="263"/>
            <ac:picMk id="6" creationId="{525C3D34-AFE8-087A-9F7A-9E8914344BFF}"/>
          </ac:picMkLst>
        </pc:picChg>
      </pc:sldChg>
      <pc:sldChg chg="addSp modSp mod">
        <pc:chgData name="Prerna Mumbaikar" userId="ffb0f9b10a3b5384" providerId="LiveId" clId="{C5C9ED9E-1F1A-452E-B81F-F00767BF9796}" dt="2023-09-13T19:09:18.153" v="1881" actId="167"/>
        <pc:sldMkLst>
          <pc:docMk/>
          <pc:sldMk cId="3123849077" sldId="264"/>
        </pc:sldMkLst>
        <pc:spChg chg="mod">
          <ac:chgData name="Prerna Mumbaikar" userId="ffb0f9b10a3b5384" providerId="LiveId" clId="{C5C9ED9E-1F1A-452E-B81F-F00767BF9796}" dt="2023-09-13T19:04:49.994" v="1817" actId="27636"/>
          <ac:spMkLst>
            <pc:docMk/>
            <pc:sldMk cId="3123849077" sldId="264"/>
            <ac:spMk id="2" creationId="{51831057-5EBF-A5EA-D7EB-8CE8B6073731}"/>
          </ac:spMkLst>
        </pc:spChg>
        <pc:spChg chg="mod">
          <ac:chgData name="Prerna Mumbaikar" userId="ffb0f9b10a3b5384" providerId="LiveId" clId="{C5C9ED9E-1F1A-452E-B81F-F00767BF9796}" dt="2023-09-13T18:53:02.478" v="1656" actId="404"/>
          <ac:spMkLst>
            <pc:docMk/>
            <pc:sldMk cId="3123849077" sldId="264"/>
            <ac:spMk id="3" creationId="{FF2B9F79-C381-5F73-8119-ED50A12D0633}"/>
          </ac:spMkLst>
        </pc:spChg>
        <pc:spChg chg="mod">
          <ac:chgData name="Prerna Mumbaikar" userId="ffb0f9b10a3b5384" providerId="LiveId" clId="{C5C9ED9E-1F1A-452E-B81F-F00767BF9796}" dt="2023-09-13T19:04:53.882" v="1820"/>
          <ac:spMkLst>
            <pc:docMk/>
            <pc:sldMk cId="3123849077" sldId="264"/>
            <ac:spMk id="4" creationId="{F73E65A1-3690-1218-9F10-C55B8C695304}"/>
          </ac:spMkLst>
        </pc:spChg>
        <pc:spChg chg="mod">
          <ac:chgData name="Prerna Mumbaikar" userId="ffb0f9b10a3b5384" providerId="LiveId" clId="{C5C9ED9E-1F1A-452E-B81F-F00767BF9796}" dt="2023-09-13T19:04:53.882" v="1820"/>
          <ac:spMkLst>
            <pc:docMk/>
            <pc:sldMk cId="3123849077" sldId="264"/>
            <ac:spMk id="5" creationId="{6F11A40C-1481-1624-6E5D-40F12E1123E6}"/>
          </ac:spMkLst>
        </pc:spChg>
        <pc:spChg chg="add mod">
          <ac:chgData name="Prerna Mumbaikar" userId="ffb0f9b10a3b5384" providerId="LiveId" clId="{C5C9ED9E-1F1A-452E-B81F-F00767BF9796}" dt="2023-09-13T18:52:24.970" v="1652" actId="2711"/>
          <ac:spMkLst>
            <pc:docMk/>
            <pc:sldMk cId="3123849077" sldId="264"/>
            <ac:spMk id="8" creationId="{6FFB2352-42AA-C452-69E8-CE108EC19535}"/>
          </ac:spMkLst>
        </pc:spChg>
        <pc:picChg chg="add mod">
          <ac:chgData name="Prerna Mumbaikar" userId="ffb0f9b10a3b5384" providerId="LiveId" clId="{C5C9ED9E-1F1A-452E-B81F-F00767BF9796}" dt="2023-09-13T19:09:18.153" v="1881" actId="167"/>
          <ac:picMkLst>
            <pc:docMk/>
            <pc:sldMk cId="3123849077" sldId="264"/>
            <ac:picMk id="6" creationId="{5D420383-809F-4E09-64F5-A5B23B692148}"/>
          </ac:picMkLst>
        </pc:picChg>
      </pc:sldChg>
      <pc:sldChg chg="addSp delSp modSp mod setBg modAnim delDesignElem">
        <pc:chgData name="Prerna Mumbaikar" userId="ffb0f9b10a3b5384" providerId="LiveId" clId="{C5C9ED9E-1F1A-452E-B81F-F00767BF9796}" dt="2023-09-13T19:09:52.649" v="1886" actId="14100"/>
        <pc:sldMkLst>
          <pc:docMk/>
          <pc:sldMk cId="688732803" sldId="265"/>
        </pc:sldMkLst>
        <pc:spChg chg="mod">
          <ac:chgData name="Prerna Mumbaikar" userId="ffb0f9b10a3b5384" providerId="LiveId" clId="{C5C9ED9E-1F1A-452E-B81F-F00767BF9796}" dt="2023-09-13T19:09:47.018" v="1884" actId="1076"/>
          <ac:spMkLst>
            <pc:docMk/>
            <pc:sldMk cId="688732803" sldId="265"/>
            <ac:spMk id="2" creationId="{51363807-52F9-A6ED-A682-F59EB3B3D013}"/>
          </ac:spMkLst>
        </pc:spChg>
        <pc:spChg chg="del">
          <ac:chgData name="Prerna Mumbaikar" userId="ffb0f9b10a3b5384" providerId="LiveId" clId="{C5C9ED9E-1F1A-452E-B81F-F00767BF9796}" dt="2023-09-07T06:57:10.560" v="520" actId="26606"/>
          <ac:spMkLst>
            <pc:docMk/>
            <pc:sldMk cId="688732803" sldId="265"/>
            <ac:spMk id="3" creationId="{BB041DAF-70EE-BC4C-16A8-BD323105FB64}"/>
          </ac:spMkLst>
        </pc:spChg>
        <pc:spChg chg="mod ord">
          <ac:chgData name="Prerna Mumbaikar" userId="ffb0f9b10a3b5384" providerId="LiveId" clId="{C5C9ED9E-1F1A-452E-B81F-F00767BF9796}" dt="2023-09-13T19:09:32.020" v="1882" actId="26606"/>
          <ac:spMkLst>
            <pc:docMk/>
            <pc:sldMk cId="688732803" sldId="265"/>
            <ac:spMk id="4" creationId="{6B18977F-86E1-913F-51E1-C18900CA8C35}"/>
          </ac:spMkLst>
        </pc:spChg>
        <pc:spChg chg="mod ord">
          <ac:chgData name="Prerna Mumbaikar" userId="ffb0f9b10a3b5384" providerId="LiveId" clId="{C5C9ED9E-1F1A-452E-B81F-F00767BF9796}" dt="2023-09-13T19:09:32.020" v="1882" actId="26606"/>
          <ac:spMkLst>
            <pc:docMk/>
            <pc:sldMk cId="688732803" sldId="265"/>
            <ac:spMk id="5" creationId="{F18170CC-9D06-19DC-915D-6EA72900BEF6}"/>
          </ac:spMkLst>
        </pc:spChg>
        <pc:spChg chg="add">
          <ac:chgData name="Prerna Mumbaikar" userId="ffb0f9b10a3b5384" providerId="LiveId" clId="{C5C9ED9E-1F1A-452E-B81F-F00767BF9796}" dt="2023-09-13T19:09:32.020" v="1882" actId="26606"/>
          <ac:spMkLst>
            <pc:docMk/>
            <pc:sldMk cId="688732803" sldId="265"/>
            <ac:spMk id="8" creationId="{9389D3E0-BA02-41D3-B2AC-8FD6AA893902}"/>
          </ac:spMkLst>
        </pc:spChg>
        <pc:spChg chg="add del">
          <ac:chgData name="Prerna Mumbaikar" userId="ffb0f9b10a3b5384" providerId="LiveId" clId="{C5C9ED9E-1F1A-452E-B81F-F00767BF9796}" dt="2023-09-13T18:53:49.761" v="1659" actId="26606"/>
          <ac:spMkLst>
            <pc:docMk/>
            <pc:sldMk cId="688732803" sldId="265"/>
            <ac:spMk id="11" creationId="{1A3C89F8-0D2F-47FF-B903-151248265F47}"/>
          </ac:spMkLst>
        </pc:spChg>
        <pc:spChg chg="add del">
          <ac:chgData name="Prerna Mumbaikar" userId="ffb0f9b10a3b5384" providerId="LiveId" clId="{C5C9ED9E-1F1A-452E-B81F-F00767BF9796}" dt="2023-09-13T18:53:49.761" v="1659" actId="26606"/>
          <ac:spMkLst>
            <pc:docMk/>
            <pc:sldMk cId="688732803" sldId="265"/>
            <ac:spMk id="13" creationId="{C5CB530E-515E-412C-9DF1-5F8FFBD6F383}"/>
          </ac:spMkLst>
        </pc:spChg>
        <pc:spChg chg="add del">
          <ac:chgData name="Prerna Mumbaikar" userId="ffb0f9b10a3b5384" providerId="LiveId" clId="{C5C9ED9E-1F1A-452E-B81F-F00767BF9796}" dt="2023-09-13T18:53:49.761" v="1659" actId="26606"/>
          <ac:spMkLst>
            <pc:docMk/>
            <pc:sldMk cId="688732803" sldId="265"/>
            <ac:spMk id="15" creationId="{712D4376-A578-4FF1-94FC-245E7A6A489F}"/>
          </ac:spMkLst>
        </pc:spChg>
        <pc:spChg chg="add del">
          <ac:chgData name="Prerna Mumbaikar" userId="ffb0f9b10a3b5384" providerId="LiveId" clId="{C5C9ED9E-1F1A-452E-B81F-F00767BF9796}" dt="2023-09-13T18:53:49.761" v="1659" actId="26606"/>
          <ac:spMkLst>
            <pc:docMk/>
            <pc:sldMk cId="688732803" sldId="265"/>
            <ac:spMk id="17" creationId="{AEA7509D-F04F-40CB-A0B3-EEF16499CC9F}"/>
          </ac:spMkLst>
        </pc:spChg>
        <pc:spChg chg="add del">
          <ac:chgData name="Prerna Mumbaikar" userId="ffb0f9b10a3b5384" providerId="LiveId" clId="{C5C9ED9E-1F1A-452E-B81F-F00767BF9796}" dt="2023-09-13T18:53:49.761" v="1659" actId="26606"/>
          <ac:spMkLst>
            <pc:docMk/>
            <pc:sldMk cId="688732803" sldId="265"/>
            <ac:spMk id="21" creationId="{508BEF50-7B1E-49A4-BC19-5F4F1D755E64}"/>
          </ac:spMkLst>
        </pc:spChg>
        <pc:spChg chg="add del">
          <ac:chgData name="Prerna Mumbaikar" userId="ffb0f9b10a3b5384" providerId="LiveId" clId="{C5C9ED9E-1F1A-452E-B81F-F00767BF9796}" dt="2023-09-13T18:53:49.761" v="1659" actId="26606"/>
          <ac:spMkLst>
            <pc:docMk/>
            <pc:sldMk cId="688732803" sldId="265"/>
            <ac:spMk id="23" creationId="{3FBAD350-5664-4811-A208-657FB882D350}"/>
          </ac:spMkLst>
        </pc:spChg>
        <pc:spChg chg="add del">
          <ac:chgData name="Prerna Mumbaikar" userId="ffb0f9b10a3b5384" providerId="LiveId" clId="{C5C9ED9E-1F1A-452E-B81F-F00767BF9796}" dt="2023-09-13T18:53:49.761" v="1659" actId="26606"/>
          <ac:spMkLst>
            <pc:docMk/>
            <pc:sldMk cId="688732803" sldId="265"/>
            <ac:spMk id="25" creationId="{C39ADB8F-D187-49D7-BDCF-C1B6DC727068}"/>
          </ac:spMkLst>
        </pc:spChg>
        <pc:spChg chg="add del">
          <ac:chgData name="Prerna Mumbaikar" userId="ffb0f9b10a3b5384" providerId="LiveId" clId="{C5C9ED9E-1F1A-452E-B81F-F00767BF9796}" dt="2023-09-13T19:04:49.740" v="1816"/>
          <ac:spMkLst>
            <pc:docMk/>
            <pc:sldMk cId="688732803" sldId="265"/>
            <ac:spMk id="30" creationId="{5DCB5928-DC7D-4612-9922-441966E15627}"/>
          </ac:spMkLst>
        </pc:spChg>
        <pc:spChg chg="add del">
          <ac:chgData name="Prerna Mumbaikar" userId="ffb0f9b10a3b5384" providerId="LiveId" clId="{C5C9ED9E-1F1A-452E-B81F-F00767BF9796}" dt="2023-09-13T19:04:49.740" v="1816"/>
          <ac:spMkLst>
            <pc:docMk/>
            <pc:sldMk cId="688732803" sldId="265"/>
            <ac:spMk id="32" creationId="{682C1161-1736-45EC-99B7-33F3CAE9D517}"/>
          </ac:spMkLst>
        </pc:spChg>
        <pc:spChg chg="add del">
          <ac:chgData name="Prerna Mumbaikar" userId="ffb0f9b10a3b5384" providerId="LiveId" clId="{C5C9ED9E-1F1A-452E-B81F-F00767BF9796}" dt="2023-09-13T19:04:49.740" v="1816"/>
          <ac:spMkLst>
            <pc:docMk/>
            <pc:sldMk cId="688732803" sldId="265"/>
            <ac:spMk id="34" creationId="{84D4DDB8-B68F-45B0-9F62-C4279996F672}"/>
          </ac:spMkLst>
        </pc:spChg>
        <pc:spChg chg="add del">
          <ac:chgData name="Prerna Mumbaikar" userId="ffb0f9b10a3b5384" providerId="LiveId" clId="{C5C9ED9E-1F1A-452E-B81F-F00767BF9796}" dt="2023-09-13T19:04:49.740" v="1816"/>
          <ac:spMkLst>
            <pc:docMk/>
            <pc:sldMk cId="688732803" sldId="265"/>
            <ac:spMk id="36" creationId="{AF2F604E-43BE-4DC3-B983-E071523364F8}"/>
          </ac:spMkLst>
        </pc:spChg>
        <pc:spChg chg="add del">
          <ac:chgData name="Prerna Mumbaikar" userId="ffb0f9b10a3b5384" providerId="LiveId" clId="{C5C9ED9E-1F1A-452E-B81F-F00767BF9796}" dt="2023-09-13T19:04:49.740" v="1816"/>
          <ac:spMkLst>
            <pc:docMk/>
            <pc:sldMk cId="688732803" sldId="265"/>
            <ac:spMk id="38" creationId="{08C9B587-E65E-4B52-B37C-ABEBB6E87928}"/>
          </ac:spMkLst>
        </pc:spChg>
        <pc:picChg chg="add mod ord">
          <ac:chgData name="Prerna Mumbaikar" userId="ffb0f9b10a3b5384" providerId="LiveId" clId="{C5C9ED9E-1F1A-452E-B81F-F00767BF9796}" dt="2023-09-13T19:09:52.649" v="1886" actId="14100"/>
          <ac:picMkLst>
            <pc:docMk/>
            <pc:sldMk cId="688732803" sldId="265"/>
            <ac:picMk id="3" creationId="{D82FAE64-43C4-4590-3ED1-347692CBEDE8}"/>
          </ac:picMkLst>
        </pc:picChg>
        <pc:picChg chg="add mod">
          <ac:chgData name="Prerna Mumbaikar" userId="ffb0f9b10a3b5384" providerId="LiveId" clId="{C5C9ED9E-1F1A-452E-B81F-F00767BF9796}" dt="2023-09-07T06:57:06.709" v="519"/>
          <ac:picMkLst>
            <pc:docMk/>
            <pc:sldMk cId="688732803" sldId="265"/>
            <ac:picMk id="6" creationId="{4AEE7BC8-225E-BAB1-3F47-F636443A725B}"/>
          </ac:picMkLst>
        </pc:picChg>
        <pc:cxnChg chg="add del">
          <ac:chgData name="Prerna Mumbaikar" userId="ffb0f9b10a3b5384" providerId="LiveId" clId="{C5C9ED9E-1F1A-452E-B81F-F00767BF9796}" dt="2023-09-13T18:53:49.761" v="1659" actId="26606"/>
          <ac:cxnSpMkLst>
            <pc:docMk/>
            <pc:sldMk cId="688732803" sldId="265"/>
            <ac:cxnSpMk id="19" creationId="{56020367-4FD5-4596-8E10-C5F095CD8DBF}"/>
          </ac:cxnSpMkLst>
        </pc:cxnChg>
      </pc:sldChg>
      <pc:sldChg chg="addSp delSp modSp new mod setBg delDesignElem">
        <pc:chgData name="Prerna Mumbaikar" userId="ffb0f9b10a3b5384" providerId="LiveId" clId="{C5C9ED9E-1F1A-452E-B81F-F00767BF9796}" dt="2023-09-13T19:04:53.882" v="1820"/>
        <pc:sldMkLst>
          <pc:docMk/>
          <pc:sldMk cId="349367182" sldId="266"/>
        </pc:sldMkLst>
        <pc:spChg chg="mod">
          <ac:chgData name="Prerna Mumbaikar" userId="ffb0f9b10a3b5384" providerId="LiveId" clId="{C5C9ED9E-1F1A-452E-B81F-F00767BF9796}" dt="2023-09-13T18:58:19.344" v="1725" actId="26606"/>
          <ac:spMkLst>
            <pc:docMk/>
            <pc:sldMk cId="349367182" sldId="266"/>
            <ac:spMk id="2" creationId="{A23C2CDA-9A52-DCA8-9888-FAFD5BB8B7DF}"/>
          </ac:spMkLst>
        </pc:spChg>
        <pc:spChg chg="add del mod">
          <ac:chgData name="Prerna Mumbaikar" userId="ffb0f9b10a3b5384" providerId="LiveId" clId="{C5C9ED9E-1F1A-452E-B81F-F00767BF9796}" dt="2023-09-13T18:55:39.972" v="1690" actId="26606"/>
          <ac:spMkLst>
            <pc:docMk/>
            <pc:sldMk cId="349367182" sldId="266"/>
            <ac:spMk id="3" creationId="{AA098E80-4F7A-8569-72CF-A3F56C1FFC25}"/>
          </ac:spMkLst>
        </pc:spChg>
        <pc:spChg chg="mod ord">
          <ac:chgData name="Prerna Mumbaikar" userId="ffb0f9b10a3b5384" providerId="LiveId" clId="{C5C9ED9E-1F1A-452E-B81F-F00767BF9796}" dt="2023-09-13T19:04:53.882" v="1820"/>
          <ac:spMkLst>
            <pc:docMk/>
            <pc:sldMk cId="349367182" sldId="266"/>
            <ac:spMk id="4" creationId="{AC6E7881-A2AC-C1CF-AC95-4818417554C3}"/>
          </ac:spMkLst>
        </pc:spChg>
        <pc:spChg chg="mod">
          <ac:chgData name="Prerna Mumbaikar" userId="ffb0f9b10a3b5384" providerId="LiveId" clId="{C5C9ED9E-1F1A-452E-B81F-F00767BF9796}" dt="2023-09-13T19:04:53.882" v="1820"/>
          <ac:spMkLst>
            <pc:docMk/>
            <pc:sldMk cId="349367182" sldId="266"/>
            <ac:spMk id="5" creationId="{BD0429BC-74D0-73A1-146D-4BCFE4876E33}"/>
          </ac:spMkLst>
        </pc:spChg>
        <pc:spChg chg="add del">
          <ac:chgData name="Prerna Mumbaikar" userId="ffb0f9b10a3b5384" providerId="LiveId" clId="{C5C9ED9E-1F1A-452E-B81F-F00767BF9796}" dt="2023-09-13T18:55:39.940" v="1689" actId="26606"/>
          <ac:spMkLst>
            <pc:docMk/>
            <pc:sldMk cId="349367182" sldId="266"/>
            <ac:spMk id="10" creationId="{09588DA8-065E-4F6F-8EFD-43104AB2E0CF}"/>
          </ac:spMkLst>
        </pc:spChg>
        <pc:spChg chg="add del">
          <ac:chgData name="Prerna Mumbaikar" userId="ffb0f9b10a3b5384" providerId="LiveId" clId="{C5C9ED9E-1F1A-452E-B81F-F00767BF9796}" dt="2023-09-13T18:55:26.162" v="1675" actId="26606"/>
          <ac:spMkLst>
            <pc:docMk/>
            <pc:sldMk cId="349367182" sldId="266"/>
            <ac:spMk id="11" creationId="{BACC6370-2D7E-4714-9D71-7542949D7D5D}"/>
          </ac:spMkLst>
        </pc:spChg>
        <pc:spChg chg="add del">
          <ac:chgData name="Prerna Mumbaikar" userId="ffb0f9b10a3b5384" providerId="LiveId" clId="{C5C9ED9E-1F1A-452E-B81F-F00767BF9796}" dt="2023-09-13T18:55:26.810" v="1677" actId="26606"/>
          <ac:spMkLst>
            <pc:docMk/>
            <pc:sldMk cId="349367182" sldId="266"/>
            <ac:spMk id="12" creationId="{B50AB553-2A96-4A92-96F2-93548E096954}"/>
          </ac:spMkLst>
        </pc:spChg>
        <pc:spChg chg="add del">
          <ac:chgData name="Prerna Mumbaikar" userId="ffb0f9b10a3b5384" providerId="LiveId" clId="{C5C9ED9E-1F1A-452E-B81F-F00767BF9796}" dt="2023-09-13T18:55:26.162" v="1675" actId="26606"/>
          <ac:spMkLst>
            <pc:docMk/>
            <pc:sldMk cId="349367182" sldId="266"/>
            <ac:spMk id="13" creationId="{256B2C21-A230-48C0-8DF1-C46611373C44}"/>
          </ac:spMkLst>
        </pc:spChg>
        <pc:spChg chg="add del">
          <ac:chgData name="Prerna Mumbaikar" userId="ffb0f9b10a3b5384" providerId="LiveId" clId="{C5C9ED9E-1F1A-452E-B81F-F00767BF9796}" dt="2023-09-13T18:55:39.940" v="1689" actId="26606"/>
          <ac:spMkLst>
            <pc:docMk/>
            <pc:sldMk cId="349367182" sldId="266"/>
            <ac:spMk id="14" creationId="{CD9FE4EF-C4D8-49A0-B2FF-81D8DB7D8A24}"/>
          </ac:spMkLst>
        </pc:spChg>
        <pc:spChg chg="add del">
          <ac:chgData name="Prerna Mumbaikar" userId="ffb0f9b10a3b5384" providerId="LiveId" clId="{C5C9ED9E-1F1A-452E-B81F-F00767BF9796}" dt="2023-09-13T18:55:26.162" v="1675" actId="26606"/>
          <ac:spMkLst>
            <pc:docMk/>
            <pc:sldMk cId="349367182" sldId="266"/>
            <ac:spMk id="15" creationId="{3847E18C-932D-4C95-AABA-FEC7C9499AD7}"/>
          </ac:spMkLst>
        </pc:spChg>
        <pc:spChg chg="add del">
          <ac:chgData name="Prerna Mumbaikar" userId="ffb0f9b10a3b5384" providerId="LiveId" clId="{C5C9ED9E-1F1A-452E-B81F-F00767BF9796}" dt="2023-09-13T18:55:39.940" v="1689" actId="26606"/>
          <ac:spMkLst>
            <pc:docMk/>
            <pc:sldMk cId="349367182" sldId="266"/>
            <ac:spMk id="16" creationId="{4300840D-0A0B-4512-BACA-B439D5B9C57C}"/>
          </ac:spMkLst>
        </pc:spChg>
        <pc:spChg chg="add del">
          <ac:chgData name="Prerna Mumbaikar" userId="ffb0f9b10a3b5384" providerId="LiveId" clId="{C5C9ED9E-1F1A-452E-B81F-F00767BF9796}" dt="2023-09-13T18:55:26.162" v="1675" actId="26606"/>
          <ac:spMkLst>
            <pc:docMk/>
            <pc:sldMk cId="349367182" sldId="266"/>
            <ac:spMk id="17" creationId="{3150CB11-0C61-439E-910F-5787759E72A0}"/>
          </ac:spMkLst>
        </pc:spChg>
        <pc:spChg chg="add del">
          <ac:chgData name="Prerna Mumbaikar" userId="ffb0f9b10a3b5384" providerId="LiveId" clId="{C5C9ED9E-1F1A-452E-B81F-F00767BF9796}" dt="2023-09-13T18:55:39.940" v="1689" actId="26606"/>
          <ac:spMkLst>
            <pc:docMk/>
            <pc:sldMk cId="349367182" sldId="266"/>
            <ac:spMk id="18" creationId="{D2B78728-A580-49A7-84F9-6EF6F583ADE0}"/>
          </ac:spMkLst>
        </pc:spChg>
        <pc:spChg chg="add del">
          <ac:chgData name="Prerna Mumbaikar" userId="ffb0f9b10a3b5384" providerId="LiveId" clId="{C5C9ED9E-1F1A-452E-B81F-F00767BF9796}" dt="2023-09-13T18:55:26.162" v="1675" actId="26606"/>
          <ac:spMkLst>
            <pc:docMk/>
            <pc:sldMk cId="349367182" sldId="266"/>
            <ac:spMk id="19" creationId="{43F8A58B-5155-44CE-A5FF-7647B47D0A7A}"/>
          </ac:spMkLst>
        </pc:spChg>
        <pc:spChg chg="add del">
          <ac:chgData name="Prerna Mumbaikar" userId="ffb0f9b10a3b5384" providerId="LiveId" clId="{C5C9ED9E-1F1A-452E-B81F-F00767BF9796}" dt="2023-09-13T18:55:39.940" v="1689" actId="26606"/>
          <ac:spMkLst>
            <pc:docMk/>
            <pc:sldMk cId="349367182" sldId="266"/>
            <ac:spMk id="20" creationId="{38FAA1A1-D861-433F-88FA-1E9D6FD31D11}"/>
          </ac:spMkLst>
        </pc:spChg>
        <pc:spChg chg="add del">
          <ac:chgData name="Prerna Mumbaikar" userId="ffb0f9b10a3b5384" providerId="LiveId" clId="{C5C9ED9E-1F1A-452E-B81F-F00767BF9796}" dt="2023-09-13T18:55:26.162" v="1675" actId="26606"/>
          <ac:spMkLst>
            <pc:docMk/>
            <pc:sldMk cId="349367182" sldId="266"/>
            <ac:spMk id="21" creationId="{443F2ACA-E6D6-4028-82DD-F03C262D5DE6}"/>
          </ac:spMkLst>
        </pc:spChg>
        <pc:spChg chg="add del">
          <ac:chgData name="Prerna Mumbaikar" userId="ffb0f9b10a3b5384" providerId="LiveId" clId="{C5C9ED9E-1F1A-452E-B81F-F00767BF9796}" dt="2023-09-13T18:55:39.940" v="1689" actId="26606"/>
          <ac:spMkLst>
            <pc:docMk/>
            <pc:sldMk cId="349367182" sldId="266"/>
            <ac:spMk id="22" creationId="{8D71EDA1-87BF-4D5D-AB79-F346FD19278A}"/>
          </ac:spMkLst>
        </pc:spChg>
        <pc:spChg chg="add del">
          <ac:chgData name="Prerna Mumbaikar" userId="ffb0f9b10a3b5384" providerId="LiveId" clId="{C5C9ED9E-1F1A-452E-B81F-F00767BF9796}" dt="2023-09-13T18:55:29.443" v="1679" actId="26606"/>
          <ac:spMkLst>
            <pc:docMk/>
            <pc:sldMk cId="349367182" sldId="266"/>
            <ac:spMk id="25" creationId="{BACC6370-2D7E-4714-9D71-7542949D7D5D}"/>
          </ac:spMkLst>
        </pc:spChg>
        <pc:spChg chg="add del">
          <ac:chgData name="Prerna Mumbaikar" userId="ffb0f9b10a3b5384" providerId="LiveId" clId="{C5C9ED9E-1F1A-452E-B81F-F00767BF9796}" dt="2023-09-13T18:55:29.443" v="1679" actId="26606"/>
          <ac:spMkLst>
            <pc:docMk/>
            <pc:sldMk cId="349367182" sldId="266"/>
            <ac:spMk id="26" creationId="{F68B3F68-107C-434F-AA38-110D5EA91B85}"/>
          </ac:spMkLst>
        </pc:spChg>
        <pc:spChg chg="add del">
          <ac:chgData name="Prerna Mumbaikar" userId="ffb0f9b10a3b5384" providerId="LiveId" clId="{C5C9ED9E-1F1A-452E-B81F-F00767BF9796}" dt="2023-09-13T18:55:29.443" v="1679" actId="26606"/>
          <ac:spMkLst>
            <pc:docMk/>
            <pc:sldMk cId="349367182" sldId="266"/>
            <ac:spMk id="27" creationId="{AAD0DBB9-1A4B-4391-81D4-CB19F9AB918A}"/>
          </ac:spMkLst>
        </pc:spChg>
        <pc:spChg chg="add del">
          <ac:chgData name="Prerna Mumbaikar" userId="ffb0f9b10a3b5384" providerId="LiveId" clId="{C5C9ED9E-1F1A-452E-B81F-F00767BF9796}" dt="2023-09-13T18:55:29.443" v="1679" actId="26606"/>
          <ac:spMkLst>
            <pc:docMk/>
            <pc:sldMk cId="349367182" sldId="266"/>
            <ac:spMk id="28" creationId="{063BBA22-50EA-4C4D-BE05-F1CE4E63AA56}"/>
          </ac:spMkLst>
        </pc:spChg>
        <pc:spChg chg="add del">
          <ac:chgData name="Prerna Mumbaikar" userId="ffb0f9b10a3b5384" providerId="LiveId" clId="{C5C9ED9E-1F1A-452E-B81F-F00767BF9796}" dt="2023-09-13T18:55:30.730" v="1681" actId="26606"/>
          <ac:spMkLst>
            <pc:docMk/>
            <pc:sldMk cId="349367182" sldId="266"/>
            <ac:spMk id="31" creationId="{8FC9BE17-9A7B-462D-AE50-3D8777387304}"/>
          </ac:spMkLst>
        </pc:spChg>
        <pc:spChg chg="add del">
          <ac:chgData name="Prerna Mumbaikar" userId="ffb0f9b10a3b5384" providerId="LiveId" clId="{C5C9ED9E-1F1A-452E-B81F-F00767BF9796}" dt="2023-09-13T18:55:30.730" v="1681" actId="26606"/>
          <ac:spMkLst>
            <pc:docMk/>
            <pc:sldMk cId="349367182" sldId="266"/>
            <ac:spMk id="33" creationId="{3EBE8569-6AEC-4B8C-8D53-2DE337CDBA65}"/>
          </ac:spMkLst>
        </pc:spChg>
        <pc:spChg chg="add del">
          <ac:chgData name="Prerna Mumbaikar" userId="ffb0f9b10a3b5384" providerId="LiveId" clId="{C5C9ED9E-1F1A-452E-B81F-F00767BF9796}" dt="2023-09-13T18:55:30.730" v="1681" actId="26606"/>
          <ac:spMkLst>
            <pc:docMk/>
            <pc:sldMk cId="349367182" sldId="266"/>
            <ac:spMk id="34" creationId="{55D4142C-5077-457F-A6AD-3FECFDB39685}"/>
          </ac:spMkLst>
        </pc:spChg>
        <pc:spChg chg="add del">
          <ac:chgData name="Prerna Mumbaikar" userId="ffb0f9b10a3b5384" providerId="LiveId" clId="{C5C9ED9E-1F1A-452E-B81F-F00767BF9796}" dt="2023-09-13T18:55:30.730" v="1681" actId="26606"/>
          <ac:spMkLst>
            <pc:docMk/>
            <pc:sldMk cId="349367182" sldId="266"/>
            <ac:spMk id="35" creationId="{7A5F0580-5EE9-419F-96EE-B6529EF6E7D0}"/>
          </ac:spMkLst>
        </pc:spChg>
        <pc:spChg chg="add del">
          <ac:chgData name="Prerna Mumbaikar" userId="ffb0f9b10a3b5384" providerId="LiveId" clId="{C5C9ED9E-1F1A-452E-B81F-F00767BF9796}" dt="2023-09-13T18:55:30.730" v="1681" actId="26606"/>
          <ac:spMkLst>
            <pc:docMk/>
            <pc:sldMk cId="349367182" sldId="266"/>
            <ac:spMk id="36" creationId="{AA098E80-4F7A-8569-72CF-A3F56C1FFC25}"/>
          </ac:spMkLst>
        </pc:spChg>
        <pc:spChg chg="add del">
          <ac:chgData name="Prerna Mumbaikar" userId="ffb0f9b10a3b5384" providerId="LiveId" clId="{C5C9ED9E-1F1A-452E-B81F-F00767BF9796}" dt="2023-09-13T18:55:32.169" v="1683" actId="26606"/>
          <ac:spMkLst>
            <pc:docMk/>
            <pc:sldMk cId="349367182" sldId="266"/>
            <ac:spMk id="38" creationId="{2659FDB4-FCBE-4A89-B46D-43D4FA54464D}"/>
          </ac:spMkLst>
        </pc:spChg>
        <pc:spChg chg="add del">
          <ac:chgData name="Prerna Mumbaikar" userId="ffb0f9b10a3b5384" providerId="LiveId" clId="{C5C9ED9E-1F1A-452E-B81F-F00767BF9796}" dt="2023-09-13T18:55:36.489" v="1685" actId="26606"/>
          <ac:spMkLst>
            <pc:docMk/>
            <pc:sldMk cId="349367182" sldId="266"/>
            <ac:spMk id="42" creationId="{04812C46-200A-4DEB-A05E-3ED6C68C2387}"/>
          </ac:spMkLst>
        </pc:spChg>
        <pc:spChg chg="add del">
          <ac:chgData name="Prerna Mumbaikar" userId="ffb0f9b10a3b5384" providerId="LiveId" clId="{C5C9ED9E-1F1A-452E-B81F-F00767BF9796}" dt="2023-09-13T18:55:36.489" v="1685" actId="26606"/>
          <ac:spMkLst>
            <pc:docMk/>
            <pc:sldMk cId="349367182" sldId="266"/>
            <ac:spMk id="44" creationId="{D1EA859B-E555-4109-94F3-6700E046E008}"/>
          </ac:spMkLst>
        </pc:spChg>
        <pc:spChg chg="add del">
          <ac:chgData name="Prerna Mumbaikar" userId="ffb0f9b10a3b5384" providerId="LiveId" clId="{C5C9ED9E-1F1A-452E-B81F-F00767BF9796}" dt="2023-09-13T18:55:36.489" v="1685" actId="26606"/>
          <ac:spMkLst>
            <pc:docMk/>
            <pc:sldMk cId="349367182" sldId="266"/>
            <ac:spMk id="45" creationId="{AA098E80-4F7A-8569-72CF-A3F56C1FFC25}"/>
          </ac:spMkLst>
        </pc:spChg>
        <pc:spChg chg="add del">
          <ac:chgData name="Prerna Mumbaikar" userId="ffb0f9b10a3b5384" providerId="LiveId" clId="{C5C9ED9E-1F1A-452E-B81F-F00767BF9796}" dt="2023-09-13T18:55:38.121" v="1687" actId="26606"/>
          <ac:spMkLst>
            <pc:docMk/>
            <pc:sldMk cId="349367182" sldId="266"/>
            <ac:spMk id="47" creationId="{56688E73-49B9-4052-A836-D248C825D70D}"/>
          </ac:spMkLst>
        </pc:spChg>
        <pc:spChg chg="add del">
          <ac:chgData name="Prerna Mumbaikar" userId="ffb0f9b10a3b5384" providerId="LiveId" clId="{C5C9ED9E-1F1A-452E-B81F-F00767BF9796}" dt="2023-09-13T18:55:38.121" v="1687" actId="26606"/>
          <ac:spMkLst>
            <pc:docMk/>
            <pc:sldMk cId="349367182" sldId="266"/>
            <ac:spMk id="48" creationId="{5B6AEE0C-07FE-4154-BC7C-2F20530BC556}"/>
          </ac:spMkLst>
        </pc:spChg>
        <pc:spChg chg="add del">
          <ac:chgData name="Prerna Mumbaikar" userId="ffb0f9b10a3b5384" providerId="LiveId" clId="{C5C9ED9E-1F1A-452E-B81F-F00767BF9796}" dt="2023-09-13T18:55:38.121" v="1687" actId="26606"/>
          <ac:spMkLst>
            <pc:docMk/>
            <pc:sldMk cId="349367182" sldId="266"/>
            <ac:spMk id="50" creationId="{AA098E80-4F7A-8569-72CF-A3F56C1FFC25}"/>
          </ac:spMkLst>
        </pc:spChg>
        <pc:spChg chg="add del">
          <ac:chgData name="Prerna Mumbaikar" userId="ffb0f9b10a3b5384" providerId="LiveId" clId="{C5C9ED9E-1F1A-452E-B81F-F00767BF9796}" dt="2023-09-13T18:55:39.940" v="1689" actId="26606"/>
          <ac:spMkLst>
            <pc:docMk/>
            <pc:sldMk cId="349367182" sldId="266"/>
            <ac:spMk id="52" creationId="{C4285719-470E-454C-AF62-8323075F1F5B}"/>
          </ac:spMkLst>
        </pc:spChg>
        <pc:spChg chg="add del">
          <ac:chgData name="Prerna Mumbaikar" userId="ffb0f9b10a3b5384" providerId="LiveId" clId="{C5C9ED9E-1F1A-452E-B81F-F00767BF9796}" dt="2023-09-13T18:55:39.940" v="1689" actId="26606"/>
          <ac:spMkLst>
            <pc:docMk/>
            <pc:sldMk cId="349367182" sldId="266"/>
            <ac:spMk id="53" creationId="{AA098E80-4F7A-8569-72CF-A3F56C1FFC25}"/>
          </ac:spMkLst>
        </pc:spChg>
        <pc:spChg chg="add del">
          <ac:chgData name="Prerna Mumbaikar" userId="ffb0f9b10a3b5384" providerId="LiveId" clId="{C5C9ED9E-1F1A-452E-B81F-F00767BF9796}" dt="2023-09-13T18:55:50.066" v="1693" actId="26606"/>
          <ac:spMkLst>
            <pc:docMk/>
            <pc:sldMk cId="349367182" sldId="266"/>
            <ac:spMk id="55" creationId="{04812C46-200A-4DEB-A05E-3ED6C68C2387}"/>
          </ac:spMkLst>
        </pc:spChg>
        <pc:spChg chg="add del">
          <ac:chgData name="Prerna Mumbaikar" userId="ffb0f9b10a3b5384" providerId="LiveId" clId="{C5C9ED9E-1F1A-452E-B81F-F00767BF9796}" dt="2023-09-13T18:55:50.066" v="1693" actId="26606"/>
          <ac:spMkLst>
            <pc:docMk/>
            <pc:sldMk cId="349367182" sldId="266"/>
            <ac:spMk id="57" creationId="{D1EA859B-E555-4109-94F3-6700E046E008}"/>
          </ac:spMkLst>
        </pc:spChg>
        <pc:spChg chg="add del mod">
          <ac:chgData name="Prerna Mumbaikar" userId="ffb0f9b10a3b5384" providerId="LiveId" clId="{C5C9ED9E-1F1A-452E-B81F-F00767BF9796}" dt="2023-09-13T18:56:48.317" v="1707" actId="26606"/>
          <ac:spMkLst>
            <pc:docMk/>
            <pc:sldMk cId="349367182" sldId="266"/>
            <ac:spMk id="58" creationId="{AA098E80-4F7A-8569-72CF-A3F56C1FFC25}"/>
          </ac:spMkLst>
        </pc:spChg>
        <pc:spChg chg="add del">
          <ac:chgData name="Prerna Mumbaikar" userId="ffb0f9b10a3b5384" providerId="LiveId" clId="{C5C9ED9E-1F1A-452E-B81F-F00767BF9796}" dt="2023-09-13T18:56:48.317" v="1707" actId="26606"/>
          <ac:spMkLst>
            <pc:docMk/>
            <pc:sldMk cId="349367182" sldId="266"/>
            <ac:spMk id="63" creationId="{D1D34770-47A8-402C-AF23-2B653F2D88C1}"/>
          </ac:spMkLst>
        </pc:spChg>
        <pc:spChg chg="add del">
          <ac:chgData name="Prerna Mumbaikar" userId="ffb0f9b10a3b5384" providerId="LiveId" clId="{C5C9ED9E-1F1A-452E-B81F-F00767BF9796}" dt="2023-09-13T18:56:48.302" v="1706" actId="26606"/>
          <ac:spMkLst>
            <pc:docMk/>
            <pc:sldMk cId="349367182" sldId="266"/>
            <ac:spMk id="68" creationId="{F13C74B1-5B17-4795-BED0-7140497B445A}"/>
          </ac:spMkLst>
        </pc:spChg>
        <pc:spChg chg="add del">
          <ac:chgData name="Prerna Mumbaikar" userId="ffb0f9b10a3b5384" providerId="LiveId" clId="{C5C9ED9E-1F1A-452E-B81F-F00767BF9796}" dt="2023-09-13T18:56:48.302" v="1706" actId="26606"/>
          <ac:spMkLst>
            <pc:docMk/>
            <pc:sldMk cId="349367182" sldId="266"/>
            <ac:spMk id="70" creationId="{D4974D33-8DC5-464E-8C6D-BE58F0669C17}"/>
          </ac:spMkLst>
        </pc:spChg>
        <pc:spChg chg="add del">
          <ac:chgData name="Prerna Mumbaikar" userId="ffb0f9b10a3b5384" providerId="LiveId" clId="{C5C9ED9E-1F1A-452E-B81F-F00767BF9796}" dt="2023-09-13T18:58:19.344" v="1725" actId="26606"/>
          <ac:spMkLst>
            <pc:docMk/>
            <pc:sldMk cId="349367182" sldId="266"/>
            <ac:spMk id="72" creationId="{D1D34770-47A8-402C-AF23-2B653F2D88C1}"/>
          </ac:spMkLst>
        </pc:spChg>
        <pc:spChg chg="add del">
          <ac:chgData name="Prerna Mumbaikar" userId="ffb0f9b10a3b5384" providerId="LiveId" clId="{C5C9ED9E-1F1A-452E-B81F-F00767BF9796}" dt="2023-09-13T18:58:16.426" v="1722" actId="26606"/>
          <ac:spMkLst>
            <pc:docMk/>
            <pc:sldMk cId="349367182" sldId="266"/>
            <ac:spMk id="77" creationId="{5AA03EDC-7067-4DFF-B672-541D016AAAB8}"/>
          </ac:spMkLst>
        </pc:spChg>
        <pc:spChg chg="add del">
          <ac:chgData name="Prerna Mumbaikar" userId="ffb0f9b10a3b5384" providerId="LiveId" clId="{C5C9ED9E-1F1A-452E-B81F-F00767BF9796}" dt="2023-09-13T18:58:16.426" v="1722" actId="26606"/>
          <ac:spMkLst>
            <pc:docMk/>
            <pc:sldMk cId="349367182" sldId="266"/>
            <ac:spMk id="79" creationId="{0EBF3E39-B0BE-496A-8604-9007470FFA3A}"/>
          </ac:spMkLst>
        </pc:spChg>
        <pc:spChg chg="add del">
          <ac:chgData name="Prerna Mumbaikar" userId="ffb0f9b10a3b5384" providerId="LiveId" clId="{C5C9ED9E-1F1A-452E-B81F-F00767BF9796}" dt="2023-09-13T19:04:49.740" v="1816"/>
          <ac:spMkLst>
            <pc:docMk/>
            <pc:sldMk cId="349367182" sldId="266"/>
            <ac:spMk id="84" creationId="{330D6772-5550-42D5-B8BC-CDE28365623B}"/>
          </ac:spMkLst>
        </pc:spChg>
        <pc:spChg chg="add del">
          <ac:chgData name="Prerna Mumbaikar" userId="ffb0f9b10a3b5384" providerId="LiveId" clId="{C5C9ED9E-1F1A-452E-B81F-F00767BF9796}" dt="2023-09-13T19:04:49.740" v="1816"/>
          <ac:spMkLst>
            <pc:docMk/>
            <pc:sldMk cId="349367182" sldId="266"/>
            <ac:spMk id="85" creationId="{97DB0DD1-0F30-4B7E-A6DC-3DDA7D5B351C}"/>
          </ac:spMkLst>
        </pc:spChg>
        <pc:grpChg chg="add del">
          <ac:chgData name="Prerna Mumbaikar" userId="ffb0f9b10a3b5384" providerId="LiveId" clId="{C5C9ED9E-1F1A-452E-B81F-F00767BF9796}" dt="2023-09-13T18:58:19.275" v="1724" actId="26606"/>
          <ac:grpSpMkLst>
            <pc:docMk/>
            <pc:sldMk cId="349367182" sldId="266"/>
            <ac:grpSpMk id="81" creationId="{1FD67D68-9B83-C338-8342-3348D8F22347}"/>
          </ac:grpSpMkLst>
        </pc:grpChg>
        <pc:graphicFrameChg chg="add del">
          <ac:chgData name="Prerna Mumbaikar" userId="ffb0f9b10a3b5384" providerId="LiveId" clId="{C5C9ED9E-1F1A-452E-B81F-F00767BF9796}" dt="2023-09-13T18:55:26.162" v="1675" actId="26606"/>
          <ac:graphicFrameMkLst>
            <pc:docMk/>
            <pc:sldMk cId="349367182" sldId="266"/>
            <ac:graphicFrameMk id="7" creationId="{B4A6203D-58D7-717D-7232-A7EC7DEB611A}"/>
          </ac:graphicFrameMkLst>
        </pc:graphicFrameChg>
        <pc:graphicFrameChg chg="add del">
          <ac:chgData name="Prerna Mumbaikar" userId="ffb0f9b10a3b5384" providerId="LiveId" clId="{C5C9ED9E-1F1A-452E-B81F-F00767BF9796}" dt="2023-09-13T18:55:26.810" v="1677" actId="26606"/>
          <ac:graphicFrameMkLst>
            <pc:docMk/>
            <pc:sldMk cId="349367182" sldId="266"/>
            <ac:graphicFrameMk id="23" creationId="{B36D33DE-5F66-FC13-9DD2-A4B178449A15}"/>
          </ac:graphicFrameMkLst>
        </pc:graphicFrameChg>
        <pc:graphicFrameChg chg="add del">
          <ac:chgData name="Prerna Mumbaikar" userId="ffb0f9b10a3b5384" providerId="LiveId" clId="{C5C9ED9E-1F1A-452E-B81F-F00767BF9796}" dt="2023-09-13T18:55:29.443" v="1679" actId="26606"/>
          <ac:graphicFrameMkLst>
            <pc:docMk/>
            <pc:sldMk cId="349367182" sldId="266"/>
            <ac:graphicFrameMk id="29" creationId="{C5F701C6-DF74-B07C-3AE7-C56B3148AC45}"/>
          </ac:graphicFrameMkLst>
        </pc:graphicFrameChg>
        <pc:graphicFrameChg chg="add del">
          <ac:chgData name="Prerna Mumbaikar" userId="ffb0f9b10a3b5384" providerId="LiveId" clId="{C5C9ED9E-1F1A-452E-B81F-F00767BF9796}" dt="2023-09-13T18:55:32.169" v="1683" actId="26606"/>
          <ac:graphicFrameMkLst>
            <pc:docMk/>
            <pc:sldMk cId="349367182" sldId="266"/>
            <ac:graphicFrameMk id="40" creationId="{7F7FB842-6E29-08AD-C394-68FE8E9B2C6F}"/>
          </ac:graphicFrameMkLst>
        </pc:graphicFrameChg>
        <pc:graphicFrameChg chg="add mod ord modGraphic">
          <ac:chgData name="Prerna Mumbaikar" userId="ffb0f9b10a3b5384" providerId="LiveId" clId="{C5C9ED9E-1F1A-452E-B81F-F00767BF9796}" dt="2023-09-13T18:58:44.006" v="1729" actId="207"/>
          <ac:graphicFrameMkLst>
            <pc:docMk/>
            <pc:sldMk cId="349367182" sldId="266"/>
            <ac:graphicFrameMk id="65" creationId="{FAB892E2-D4A1-1000-84C8-D3E577C2EB5D}"/>
          </ac:graphicFrameMkLst>
        </pc:graphicFrameChg>
        <pc:picChg chg="add del">
          <ac:chgData name="Prerna Mumbaikar" userId="ffb0f9b10a3b5384" providerId="LiveId" clId="{C5C9ED9E-1F1A-452E-B81F-F00767BF9796}" dt="2023-09-13T18:55:26.810" v="1677" actId="26606"/>
          <ac:picMkLst>
            <pc:docMk/>
            <pc:sldMk cId="349367182" sldId="266"/>
            <ac:picMk id="8" creationId="{210AF739-690E-107D-D4DD-6B3154BA9FF4}"/>
          </ac:picMkLst>
        </pc:picChg>
        <pc:picChg chg="add del">
          <ac:chgData name="Prerna Mumbaikar" userId="ffb0f9b10a3b5384" providerId="LiveId" clId="{C5C9ED9E-1F1A-452E-B81F-F00767BF9796}" dt="2023-09-13T18:55:30.730" v="1681" actId="26606"/>
          <ac:picMkLst>
            <pc:docMk/>
            <pc:sldMk cId="349367182" sldId="266"/>
            <ac:picMk id="32" creationId="{128AADCB-3064-9D8E-8A5F-12BF52BA6D80}"/>
          </ac:picMkLst>
        </pc:picChg>
        <pc:picChg chg="add del">
          <ac:chgData name="Prerna Mumbaikar" userId="ffb0f9b10a3b5384" providerId="LiveId" clId="{C5C9ED9E-1F1A-452E-B81F-F00767BF9796}" dt="2023-09-13T18:55:36.489" v="1685" actId="26606"/>
          <ac:picMkLst>
            <pc:docMk/>
            <pc:sldMk cId="349367182" sldId="266"/>
            <ac:picMk id="43" creationId="{BC7845A3-96EE-1B6F-84B8-FFA4481A6B66}"/>
          </ac:picMkLst>
        </pc:picChg>
        <pc:picChg chg="add del">
          <ac:chgData name="Prerna Mumbaikar" userId="ffb0f9b10a3b5384" providerId="LiveId" clId="{C5C9ED9E-1F1A-452E-B81F-F00767BF9796}" dt="2023-09-13T18:55:38.121" v="1687" actId="26606"/>
          <ac:picMkLst>
            <pc:docMk/>
            <pc:sldMk cId="349367182" sldId="266"/>
            <ac:picMk id="49" creationId="{4C9ECFF5-AF4D-2106-BE26-7DAE2D1FC5E1}"/>
          </ac:picMkLst>
        </pc:picChg>
        <pc:picChg chg="add mod ord">
          <ac:chgData name="Prerna Mumbaikar" userId="ffb0f9b10a3b5384" providerId="LiveId" clId="{C5C9ED9E-1F1A-452E-B81F-F00767BF9796}" dt="2023-09-13T18:58:19.344" v="1725" actId="26606"/>
          <ac:picMkLst>
            <pc:docMk/>
            <pc:sldMk cId="349367182" sldId="266"/>
            <ac:picMk id="56" creationId="{BC7845A3-96EE-1B6F-84B8-FFA4481A6B66}"/>
          </ac:picMkLst>
        </pc:picChg>
        <pc:cxnChg chg="add del">
          <ac:chgData name="Prerna Mumbaikar" userId="ffb0f9b10a3b5384" providerId="LiveId" clId="{C5C9ED9E-1F1A-452E-B81F-F00767BF9796}" dt="2023-09-13T18:55:32.169" v="1683" actId="26606"/>
          <ac:cxnSpMkLst>
            <pc:docMk/>
            <pc:sldMk cId="349367182" sldId="266"/>
            <ac:cxnSpMk id="39" creationId="{C8F51B3F-8331-4E4A-AE96-D47B1006EEAD}"/>
          </ac:cxnSpMkLst>
        </pc:cxnChg>
      </pc:sldChg>
      <pc:sldChg chg="modSp new mod">
        <pc:chgData name="Prerna Mumbaikar" userId="ffb0f9b10a3b5384" providerId="LiveId" clId="{C5C9ED9E-1F1A-452E-B81F-F00767BF9796}" dt="2023-09-13T19:04:53.882" v="1820"/>
        <pc:sldMkLst>
          <pc:docMk/>
          <pc:sldMk cId="3507946180" sldId="267"/>
        </pc:sldMkLst>
        <pc:spChg chg="mod">
          <ac:chgData name="Prerna Mumbaikar" userId="ffb0f9b10a3b5384" providerId="LiveId" clId="{C5C9ED9E-1F1A-452E-B81F-F00767BF9796}" dt="2023-09-13T19:04:53.882" v="1820"/>
          <ac:spMkLst>
            <pc:docMk/>
            <pc:sldMk cId="3507946180" sldId="267"/>
            <ac:spMk id="2" creationId="{84270056-14AD-138F-6B91-E20DEAB5AD4D}"/>
          </ac:spMkLst>
        </pc:spChg>
        <pc:spChg chg="mod">
          <ac:chgData name="Prerna Mumbaikar" userId="ffb0f9b10a3b5384" providerId="LiveId" clId="{C5C9ED9E-1F1A-452E-B81F-F00767BF9796}" dt="2023-09-13T19:04:53.882" v="1820"/>
          <ac:spMkLst>
            <pc:docMk/>
            <pc:sldMk cId="3507946180" sldId="267"/>
            <ac:spMk id="3" creationId="{BDBFBE9C-B6D2-071B-F84E-5F688E52EC70}"/>
          </ac:spMkLst>
        </pc:spChg>
        <pc:spChg chg="mod">
          <ac:chgData name="Prerna Mumbaikar" userId="ffb0f9b10a3b5384" providerId="LiveId" clId="{C5C9ED9E-1F1A-452E-B81F-F00767BF9796}" dt="2023-09-13T19:04:53.882" v="1820"/>
          <ac:spMkLst>
            <pc:docMk/>
            <pc:sldMk cId="3507946180" sldId="267"/>
            <ac:spMk id="4" creationId="{71F267EB-30EF-5DF0-3ABC-C7B8AD3BF7D5}"/>
          </ac:spMkLst>
        </pc:spChg>
        <pc:spChg chg="mod">
          <ac:chgData name="Prerna Mumbaikar" userId="ffb0f9b10a3b5384" providerId="LiveId" clId="{C5C9ED9E-1F1A-452E-B81F-F00767BF9796}" dt="2023-09-13T19:04:53.882" v="1820"/>
          <ac:spMkLst>
            <pc:docMk/>
            <pc:sldMk cId="3507946180" sldId="267"/>
            <ac:spMk id="5" creationId="{E3A8E0A8-252D-F376-AC83-A4FA258BF27E}"/>
          </ac:spMkLst>
        </pc:spChg>
      </pc:sldChg>
      <pc:sldChg chg="addSp delSp modSp new mod setBg">
        <pc:chgData name="Prerna Mumbaikar" userId="ffb0f9b10a3b5384" providerId="LiveId" clId="{C5C9ED9E-1F1A-452E-B81F-F00767BF9796}" dt="2023-09-13T19:04:53.882" v="1820"/>
        <pc:sldMkLst>
          <pc:docMk/>
          <pc:sldMk cId="2163928845" sldId="268"/>
        </pc:sldMkLst>
        <pc:spChg chg="del">
          <ac:chgData name="Prerna Mumbaikar" userId="ffb0f9b10a3b5384" providerId="LiveId" clId="{C5C9ED9E-1F1A-452E-B81F-F00767BF9796}" dt="2023-09-13T18:55:08.669" v="1671" actId="26606"/>
          <ac:spMkLst>
            <pc:docMk/>
            <pc:sldMk cId="2163928845" sldId="268"/>
            <ac:spMk id="2" creationId="{157D90E1-939D-758D-E0EB-8B9C0C12133F}"/>
          </ac:spMkLst>
        </pc:spChg>
        <pc:spChg chg="del">
          <ac:chgData name="Prerna Mumbaikar" userId="ffb0f9b10a3b5384" providerId="LiveId" clId="{C5C9ED9E-1F1A-452E-B81F-F00767BF9796}" dt="2023-09-13T18:55:01.527" v="1669"/>
          <ac:spMkLst>
            <pc:docMk/>
            <pc:sldMk cId="2163928845" sldId="268"/>
            <ac:spMk id="3" creationId="{E4E26C1E-4FCE-DEED-8CC1-C842D6019019}"/>
          </ac:spMkLst>
        </pc:spChg>
        <pc:spChg chg="mod">
          <ac:chgData name="Prerna Mumbaikar" userId="ffb0f9b10a3b5384" providerId="LiveId" clId="{C5C9ED9E-1F1A-452E-B81F-F00767BF9796}" dt="2023-09-13T19:04:53.882" v="1820"/>
          <ac:spMkLst>
            <pc:docMk/>
            <pc:sldMk cId="2163928845" sldId="268"/>
            <ac:spMk id="4" creationId="{89CF82B9-911D-CEF2-3547-FE6E52089F6D}"/>
          </ac:spMkLst>
        </pc:spChg>
        <pc:spChg chg="mod">
          <ac:chgData name="Prerna Mumbaikar" userId="ffb0f9b10a3b5384" providerId="LiveId" clId="{C5C9ED9E-1F1A-452E-B81F-F00767BF9796}" dt="2023-09-13T19:04:53.882" v="1820"/>
          <ac:spMkLst>
            <pc:docMk/>
            <pc:sldMk cId="2163928845" sldId="268"/>
            <ac:spMk id="5" creationId="{67F165D2-5757-9E37-F945-294EA088D589}"/>
          </ac:spMkLst>
        </pc:spChg>
        <pc:picChg chg="add mod ord">
          <ac:chgData name="Prerna Mumbaikar" userId="ffb0f9b10a3b5384" providerId="LiveId" clId="{C5C9ED9E-1F1A-452E-B81F-F00767BF9796}" dt="2023-09-13T18:55:15.008" v="1673" actId="14100"/>
          <ac:picMkLst>
            <pc:docMk/>
            <pc:sldMk cId="2163928845" sldId="268"/>
            <ac:picMk id="6" creationId="{E95A7887-97D6-0BD1-C7B7-AB8CA15EFF3A}"/>
          </ac:picMkLst>
        </pc:picChg>
      </pc:sldChg>
      <pc:sldMasterChg chg="setBg modSldLayout">
        <pc:chgData name="Prerna Mumbaikar" userId="ffb0f9b10a3b5384" providerId="LiveId" clId="{C5C9ED9E-1F1A-452E-B81F-F00767BF9796}" dt="2023-09-05T17:26:52.671" v="368"/>
        <pc:sldMasterMkLst>
          <pc:docMk/>
          <pc:sldMasterMk cId="0" sldId="2147483876"/>
        </pc:sldMasterMkLst>
        <pc:sldLayoutChg chg="setBg">
          <pc:chgData name="Prerna Mumbaikar" userId="ffb0f9b10a3b5384" providerId="LiveId" clId="{C5C9ED9E-1F1A-452E-B81F-F00767BF9796}" dt="2023-09-05T17:26:52.671" v="368"/>
          <pc:sldLayoutMkLst>
            <pc:docMk/>
            <pc:sldMasterMk cId="0" sldId="2147483876"/>
            <pc:sldLayoutMk cId="1809695020" sldId="2147484053"/>
          </pc:sldLayoutMkLst>
        </pc:sldLayoutChg>
        <pc:sldLayoutChg chg="setBg">
          <pc:chgData name="Prerna Mumbaikar" userId="ffb0f9b10a3b5384" providerId="LiveId" clId="{C5C9ED9E-1F1A-452E-B81F-F00767BF9796}" dt="2023-09-05T17:26:52.671" v="368"/>
          <pc:sldLayoutMkLst>
            <pc:docMk/>
            <pc:sldMasterMk cId="0" sldId="2147483876"/>
            <pc:sldLayoutMk cId="1243076432" sldId="2147484054"/>
          </pc:sldLayoutMkLst>
        </pc:sldLayoutChg>
        <pc:sldLayoutChg chg="setBg">
          <pc:chgData name="Prerna Mumbaikar" userId="ffb0f9b10a3b5384" providerId="LiveId" clId="{C5C9ED9E-1F1A-452E-B81F-F00767BF9796}" dt="2023-09-05T17:26:52.671" v="368"/>
          <pc:sldLayoutMkLst>
            <pc:docMk/>
            <pc:sldMasterMk cId="0" sldId="2147483876"/>
            <pc:sldLayoutMk cId="3672286542" sldId="2147484055"/>
          </pc:sldLayoutMkLst>
        </pc:sldLayoutChg>
        <pc:sldLayoutChg chg="setBg">
          <pc:chgData name="Prerna Mumbaikar" userId="ffb0f9b10a3b5384" providerId="LiveId" clId="{C5C9ED9E-1F1A-452E-B81F-F00767BF9796}" dt="2023-09-05T17:26:52.671" v="368"/>
          <pc:sldLayoutMkLst>
            <pc:docMk/>
            <pc:sldMasterMk cId="0" sldId="2147483876"/>
            <pc:sldLayoutMk cId="767824280" sldId="2147484056"/>
          </pc:sldLayoutMkLst>
        </pc:sldLayoutChg>
        <pc:sldLayoutChg chg="setBg">
          <pc:chgData name="Prerna Mumbaikar" userId="ffb0f9b10a3b5384" providerId="LiveId" clId="{C5C9ED9E-1F1A-452E-B81F-F00767BF9796}" dt="2023-09-05T17:26:52.671" v="368"/>
          <pc:sldLayoutMkLst>
            <pc:docMk/>
            <pc:sldMasterMk cId="0" sldId="2147483876"/>
            <pc:sldLayoutMk cId="1166433813" sldId="2147484057"/>
          </pc:sldLayoutMkLst>
        </pc:sldLayoutChg>
        <pc:sldLayoutChg chg="setBg">
          <pc:chgData name="Prerna Mumbaikar" userId="ffb0f9b10a3b5384" providerId="LiveId" clId="{C5C9ED9E-1F1A-452E-B81F-F00767BF9796}" dt="2023-09-05T17:26:52.671" v="368"/>
          <pc:sldLayoutMkLst>
            <pc:docMk/>
            <pc:sldMasterMk cId="0" sldId="2147483876"/>
            <pc:sldLayoutMk cId="3441480175" sldId="2147484058"/>
          </pc:sldLayoutMkLst>
        </pc:sldLayoutChg>
        <pc:sldLayoutChg chg="setBg">
          <pc:chgData name="Prerna Mumbaikar" userId="ffb0f9b10a3b5384" providerId="LiveId" clId="{C5C9ED9E-1F1A-452E-B81F-F00767BF9796}" dt="2023-09-05T17:26:52.671" v="368"/>
          <pc:sldLayoutMkLst>
            <pc:docMk/>
            <pc:sldMasterMk cId="0" sldId="2147483876"/>
            <pc:sldLayoutMk cId="159611405" sldId="2147484059"/>
          </pc:sldLayoutMkLst>
        </pc:sldLayoutChg>
        <pc:sldLayoutChg chg="setBg">
          <pc:chgData name="Prerna Mumbaikar" userId="ffb0f9b10a3b5384" providerId="LiveId" clId="{C5C9ED9E-1F1A-452E-B81F-F00767BF9796}" dt="2023-09-05T17:26:52.671" v="368"/>
          <pc:sldLayoutMkLst>
            <pc:docMk/>
            <pc:sldMasterMk cId="0" sldId="2147483876"/>
            <pc:sldLayoutMk cId="3320969658" sldId="2147484060"/>
          </pc:sldLayoutMkLst>
        </pc:sldLayoutChg>
        <pc:sldLayoutChg chg="setBg">
          <pc:chgData name="Prerna Mumbaikar" userId="ffb0f9b10a3b5384" providerId="LiveId" clId="{C5C9ED9E-1F1A-452E-B81F-F00767BF9796}" dt="2023-09-05T17:26:52.671" v="368"/>
          <pc:sldLayoutMkLst>
            <pc:docMk/>
            <pc:sldMasterMk cId="0" sldId="2147483876"/>
            <pc:sldLayoutMk cId="4093920063" sldId="2147484061"/>
          </pc:sldLayoutMkLst>
        </pc:sldLayoutChg>
        <pc:sldLayoutChg chg="setBg">
          <pc:chgData name="Prerna Mumbaikar" userId="ffb0f9b10a3b5384" providerId="LiveId" clId="{C5C9ED9E-1F1A-452E-B81F-F00767BF9796}" dt="2023-09-05T17:26:52.671" v="368"/>
          <pc:sldLayoutMkLst>
            <pc:docMk/>
            <pc:sldMasterMk cId="0" sldId="2147483876"/>
            <pc:sldLayoutMk cId="3168639706" sldId="2147484062"/>
          </pc:sldLayoutMkLst>
        </pc:sldLayoutChg>
        <pc:sldLayoutChg chg="setBg">
          <pc:chgData name="Prerna Mumbaikar" userId="ffb0f9b10a3b5384" providerId="LiveId" clId="{C5C9ED9E-1F1A-452E-B81F-F00767BF9796}" dt="2023-09-05T17:26:52.671" v="368"/>
          <pc:sldLayoutMkLst>
            <pc:docMk/>
            <pc:sldMasterMk cId="0" sldId="2147483876"/>
            <pc:sldLayoutMk cId="3557786653" sldId="2147484063"/>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F6E2AB-695D-4347-B619-76AA91E82045}" type="doc">
      <dgm:prSet loTypeId="urn:microsoft.com/office/officeart/2005/8/layout/vList2" loCatId="list" qsTypeId="urn:microsoft.com/office/officeart/2005/8/quickstyle/simple2" qsCatId="simple" csTypeId="urn:microsoft.com/office/officeart/2005/8/colors/accent3_2" csCatId="accent3" phldr="1"/>
      <dgm:spPr/>
      <dgm:t>
        <a:bodyPr/>
        <a:lstStyle/>
        <a:p>
          <a:endParaRPr lang="en-US"/>
        </a:p>
      </dgm:t>
    </dgm:pt>
    <dgm:pt modelId="{A97D9ACC-1750-45B9-92F8-310B10D03153}">
      <dgm:prSet/>
      <dgm:spPr>
        <a:solidFill>
          <a:schemeClr val="accent1">
            <a:lumMod val="40000"/>
            <a:lumOff val="60000"/>
          </a:schemeClr>
        </a:solidFill>
      </dgm:spPr>
      <dgm:t>
        <a:bodyPr/>
        <a:lstStyle/>
        <a:p>
          <a:r>
            <a:rPr lang="en-US" dirty="0"/>
            <a:t>Hospitals</a:t>
          </a:r>
        </a:p>
      </dgm:t>
    </dgm:pt>
    <dgm:pt modelId="{DECA6CF4-1EDF-43DA-97B3-71A8F3B85B9B}" type="parTrans" cxnId="{E9FA6CD8-424A-422E-A502-9CDF54D4BB36}">
      <dgm:prSet/>
      <dgm:spPr/>
      <dgm:t>
        <a:bodyPr/>
        <a:lstStyle/>
        <a:p>
          <a:endParaRPr lang="en-US"/>
        </a:p>
      </dgm:t>
    </dgm:pt>
    <dgm:pt modelId="{0F63B93B-5711-4A1B-9822-9DAEC68DFE38}" type="sibTrans" cxnId="{E9FA6CD8-424A-422E-A502-9CDF54D4BB36}">
      <dgm:prSet/>
      <dgm:spPr/>
      <dgm:t>
        <a:bodyPr/>
        <a:lstStyle/>
        <a:p>
          <a:endParaRPr lang="en-US"/>
        </a:p>
      </dgm:t>
    </dgm:pt>
    <dgm:pt modelId="{F07ABE55-5CE9-40DC-BCB5-014C237DB38D}">
      <dgm:prSet/>
      <dgm:spPr>
        <a:solidFill>
          <a:schemeClr val="accent1">
            <a:lumMod val="40000"/>
            <a:lumOff val="60000"/>
          </a:schemeClr>
        </a:solidFill>
      </dgm:spPr>
      <dgm:t>
        <a:bodyPr/>
        <a:lstStyle/>
        <a:p>
          <a:r>
            <a:rPr lang="en-US" dirty="0"/>
            <a:t>Vaccination Centre</a:t>
          </a:r>
        </a:p>
      </dgm:t>
    </dgm:pt>
    <dgm:pt modelId="{2CD23BD8-DF0D-4D50-9312-25E5BB358CC9}" type="parTrans" cxnId="{43C7FC5E-EFB1-4E83-8B7D-088AB822E743}">
      <dgm:prSet/>
      <dgm:spPr/>
      <dgm:t>
        <a:bodyPr/>
        <a:lstStyle/>
        <a:p>
          <a:endParaRPr lang="en-US"/>
        </a:p>
      </dgm:t>
    </dgm:pt>
    <dgm:pt modelId="{16BFB62A-BD0B-4E52-8AA9-BC62183765D8}" type="sibTrans" cxnId="{43C7FC5E-EFB1-4E83-8B7D-088AB822E743}">
      <dgm:prSet/>
      <dgm:spPr/>
      <dgm:t>
        <a:bodyPr/>
        <a:lstStyle/>
        <a:p>
          <a:endParaRPr lang="en-US"/>
        </a:p>
      </dgm:t>
    </dgm:pt>
    <dgm:pt modelId="{897C1C02-1EA9-4E7D-ADBD-299A2FC59FF3}">
      <dgm:prSet/>
      <dgm:spPr>
        <a:solidFill>
          <a:schemeClr val="accent1">
            <a:lumMod val="40000"/>
            <a:lumOff val="60000"/>
          </a:schemeClr>
        </a:solidFill>
      </dgm:spPr>
      <dgm:t>
        <a:bodyPr/>
        <a:lstStyle/>
        <a:p>
          <a:r>
            <a:rPr lang="en-US" dirty="0"/>
            <a:t>Child Hospitals</a:t>
          </a:r>
        </a:p>
      </dgm:t>
    </dgm:pt>
    <dgm:pt modelId="{768DF52E-1AE2-4BD3-9ADF-06FA77122BD4}" type="parTrans" cxnId="{F901E823-E8A0-48C5-BCF5-AEC8FC1FC1A7}">
      <dgm:prSet/>
      <dgm:spPr/>
      <dgm:t>
        <a:bodyPr/>
        <a:lstStyle/>
        <a:p>
          <a:endParaRPr lang="en-US"/>
        </a:p>
      </dgm:t>
    </dgm:pt>
    <dgm:pt modelId="{0DB5B649-A8BF-43FF-BAAF-2C8CCB606DA7}" type="sibTrans" cxnId="{F901E823-E8A0-48C5-BCF5-AEC8FC1FC1A7}">
      <dgm:prSet/>
      <dgm:spPr/>
      <dgm:t>
        <a:bodyPr/>
        <a:lstStyle/>
        <a:p>
          <a:endParaRPr lang="en-US"/>
        </a:p>
      </dgm:t>
    </dgm:pt>
    <dgm:pt modelId="{AA239B20-638D-48B7-BB3B-7F7AD10E101F}">
      <dgm:prSet/>
      <dgm:spPr>
        <a:solidFill>
          <a:schemeClr val="accent1">
            <a:lumMod val="40000"/>
            <a:lumOff val="60000"/>
          </a:schemeClr>
        </a:solidFill>
      </dgm:spPr>
      <dgm:t>
        <a:bodyPr/>
        <a:lstStyle/>
        <a:p>
          <a:r>
            <a:rPr lang="en-US" dirty="0"/>
            <a:t>Social </a:t>
          </a:r>
          <a:r>
            <a:rPr lang="en-US" dirty="0" err="1"/>
            <a:t>Organisation</a:t>
          </a:r>
          <a:endParaRPr lang="en-US" dirty="0"/>
        </a:p>
      </dgm:t>
    </dgm:pt>
    <dgm:pt modelId="{2DD8CE19-3755-4A72-8FD8-36BF63018892}" type="parTrans" cxnId="{DC7AEA12-DFA3-42C8-9D18-E2D9427760AE}">
      <dgm:prSet/>
      <dgm:spPr/>
      <dgm:t>
        <a:bodyPr/>
        <a:lstStyle/>
        <a:p>
          <a:endParaRPr lang="en-US"/>
        </a:p>
      </dgm:t>
    </dgm:pt>
    <dgm:pt modelId="{12979FA0-3EB9-488E-A543-4F300AC0008B}" type="sibTrans" cxnId="{DC7AEA12-DFA3-42C8-9D18-E2D9427760AE}">
      <dgm:prSet/>
      <dgm:spPr/>
      <dgm:t>
        <a:bodyPr/>
        <a:lstStyle/>
        <a:p>
          <a:endParaRPr lang="en-US"/>
        </a:p>
      </dgm:t>
    </dgm:pt>
    <dgm:pt modelId="{29F975C2-3B1A-4FF2-820C-AC8358471586}" type="pres">
      <dgm:prSet presAssocID="{60F6E2AB-695D-4347-B619-76AA91E82045}" presName="linear" presStyleCnt="0">
        <dgm:presLayoutVars>
          <dgm:animLvl val="lvl"/>
          <dgm:resizeHandles val="exact"/>
        </dgm:presLayoutVars>
      </dgm:prSet>
      <dgm:spPr/>
    </dgm:pt>
    <dgm:pt modelId="{88D26E39-EDCB-440A-AC54-A9537A5165D3}" type="pres">
      <dgm:prSet presAssocID="{A97D9ACC-1750-45B9-92F8-310B10D03153}" presName="parentText" presStyleLbl="node1" presStyleIdx="0" presStyleCnt="4">
        <dgm:presLayoutVars>
          <dgm:chMax val="0"/>
          <dgm:bulletEnabled val="1"/>
        </dgm:presLayoutVars>
      </dgm:prSet>
      <dgm:spPr/>
    </dgm:pt>
    <dgm:pt modelId="{F010E53A-B1C5-4D17-85E1-282BD46449C9}" type="pres">
      <dgm:prSet presAssocID="{0F63B93B-5711-4A1B-9822-9DAEC68DFE38}" presName="spacer" presStyleCnt="0"/>
      <dgm:spPr/>
    </dgm:pt>
    <dgm:pt modelId="{69E43372-8766-4FC6-860D-EF807E59D642}" type="pres">
      <dgm:prSet presAssocID="{F07ABE55-5CE9-40DC-BCB5-014C237DB38D}" presName="parentText" presStyleLbl="node1" presStyleIdx="1" presStyleCnt="4">
        <dgm:presLayoutVars>
          <dgm:chMax val="0"/>
          <dgm:bulletEnabled val="1"/>
        </dgm:presLayoutVars>
      </dgm:prSet>
      <dgm:spPr/>
    </dgm:pt>
    <dgm:pt modelId="{F151C309-DF7D-40E0-80E2-49FCA85B1224}" type="pres">
      <dgm:prSet presAssocID="{16BFB62A-BD0B-4E52-8AA9-BC62183765D8}" presName="spacer" presStyleCnt="0"/>
      <dgm:spPr/>
    </dgm:pt>
    <dgm:pt modelId="{3D4D54E5-0AB8-4091-9BEC-007171116928}" type="pres">
      <dgm:prSet presAssocID="{897C1C02-1EA9-4E7D-ADBD-299A2FC59FF3}" presName="parentText" presStyleLbl="node1" presStyleIdx="2" presStyleCnt="4">
        <dgm:presLayoutVars>
          <dgm:chMax val="0"/>
          <dgm:bulletEnabled val="1"/>
        </dgm:presLayoutVars>
      </dgm:prSet>
      <dgm:spPr/>
    </dgm:pt>
    <dgm:pt modelId="{DB2ACE03-62AF-4FA1-A1A0-1A6252CA274D}" type="pres">
      <dgm:prSet presAssocID="{0DB5B649-A8BF-43FF-BAAF-2C8CCB606DA7}" presName="spacer" presStyleCnt="0"/>
      <dgm:spPr/>
    </dgm:pt>
    <dgm:pt modelId="{3D79D496-70F4-4E21-B09B-95E8C446D4BC}" type="pres">
      <dgm:prSet presAssocID="{AA239B20-638D-48B7-BB3B-7F7AD10E101F}" presName="parentText" presStyleLbl="node1" presStyleIdx="3" presStyleCnt="4">
        <dgm:presLayoutVars>
          <dgm:chMax val="0"/>
          <dgm:bulletEnabled val="1"/>
        </dgm:presLayoutVars>
      </dgm:prSet>
      <dgm:spPr/>
    </dgm:pt>
  </dgm:ptLst>
  <dgm:cxnLst>
    <dgm:cxn modelId="{DC7AEA12-DFA3-42C8-9D18-E2D9427760AE}" srcId="{60F6E2AB-695D-4347-B619-76AA91E82045}" destId="{AA239B20-638D-48B7-BB3B-7F7AD10E101F}" srcOrd="3" destOrd="0" parTransId="{2DD8CE19-3755-4A72-8FD8-36BF63018892}" sibTransId="{12979FA0-3EB9-488E-A543-4F300AC0008B}"/>
    <dgm:cxn modelId="{4DE16715-4975-4A4F-9818-8D61E53D8D3A}" type="presOf" srcId="{897C1C02-1EA9-4E7D-ADBD-299A2FC59FF3}" destId="{3D4D54E5-0AB8-4091-9BEC-007171116928}" srcOrd="0" destOrd="0" presId="urn:microsoft.com/office/officeart/2005/8/layout/vList2"/>
    <dgm:cxn modelId="{F901E823-E8A0-48C5-BCF5-AEC8FC1FC1A7}" srcId="{60F6E2AB-695D-4347-B619-76AA91E82045}" destId="{897C1C02-1EA9-4E7D-ADBD-299A2FC59FF3}" srcOrd="2" destOrd="0" parTransId="{768DF52E-1AE2-4BD3-9ADF-06FA77122BD4}" sibTransId="{0DB5B649-A8BF-43FF-BAAF-2C8CCB606DA7}"/>
    <dgm:cxn modelId="{789F7734-A471-4098-AE0F-968AD8F17193}" type="presOf" srcId="{A97D9ACC-1750-45B9-92F8-310B10D03153}" destId="{88D26E39-EDCB-440A-AC54-A9537A5165D3}" srcOrd="0" destOrd="0" presId="urn:microsoft.com/office/officeart/2005/8/layout/vList2"/>
    <dgm:cxn modelId="{43C7FC5E-EFB1-4E83-8B7D-088AB822E743}" srcId="{60F6E2AB-695D-4347-B619-76AA91E82045}" destId="{F07ABE55-5CE9-40DC-BCB5-014C237DB38D}" srcOrd="1" destOrd="0" parTransId="{2CD23BD8-DF0D-4D50-9312-25E5BB358CC9}" sibTransId="{16BFB62A-BD0B-4E52-8AA9-BC62183765D8}"/>
    <dgm:cxn modelId="{755BAC80-6138-48DA-A809-DC415DB9DEA9}" type="presOf" srcId="{AA239B20-638D-48B7-BB3B-7F7AD10E101F}" destId="{3D79D496-70F4-4E21-B09B-95E8C446D4BC}" srcOrd="0" destOrd="0" presId="urn:microsoft.com/office/officeart/2005/8/layout/vList2"/>
    <dgm:cxn modelId="{2CE648A7-F20E-4A03-8459-5B178CF3440E}" type="presOf" srcId="{F07ABE55-5CE9-40DC-BCB5-014C237DB38D}" destId="{69E43372-8766-4FC6-860D-EF807E59D642}" srcOrd="0" destOrd="0" presId="urn:microsoft.com/office/officeart/2005/8/layout/vList2"/>
    <dgm:cxn modelId="{E9FA6CD8-424A-422E-A502-9CDF54D4BB36}" srcId="{60F6E2AB-695D-4347-B619-76AA91E82045}" destId="{A97D9ACC-1750-45B9-92F8-310B10D03153}" srcOrd="0" destOrd="0" parTransId="{DECA6CF4-1EDF-43DA-97B3-71A8F3B85B9B}" sibTransId="{0F63B93B-5711-4A1B-9822-9DAEC68DFE38}"/>
    <dgm:cxn modelId="{D0A311F8-6693-47E2-B3BD-490E94E0C8D7}" type="presOf" srcId="{60F6E2AB-695D-4347-B619-76AA91E82045}" destId="{29F975C2-3B1A-4FF2-820C-AC8358471586}" srcOrd="0" destOrd="0" presId="urn:microsoft.com/office/officeart/2005/8/layout/vList2"/>
    <dgm:cxn modelId="{CE8BF91B-FC91-49FE-BF06-76B9EE9FA403}" type="presParOf" srcId="{29F975C2-3B1A-4FF2-820C-AC8358471586}" destId="{88D26E39-EDCB-440A-AC54-A9537A5165D3}" srcOrd="0" destOrd="0" presId="urn:microsoft.com/office/officeart/2005/8/layout/vList2"/>
    <dgm:cxn modelId="{043C9023-43EF-4581-A786-8012AFBBC7B7}" type="presParOf" srcId="{29F975C2-3B1A-4FF2-820C-AC8358471586}" destId="{F010E53A-B1C5-4D17-85E1-282BD46449C9}" srcOrd="1" destOrd="0" presId="urn:microsoft.com/office/officeart/2005/8/layout/vList2"/>
    <dgm:cxn modelId="{7390AF70-9F45-44E4-800F-9400DC7EB912}" type="presParOf" srcId="{29F975C2-3B1A-4FF2-820C-AC8358471586}" destId="{69E43372-8766-4FC6-860D-EF807E59D642}" srcOrd="2" destOrd="0" presId="urn:microsoft.com/office/officeart/2005/8/layout/vList2"/>
    <dgm:cxn modelId="{B4C8F1D2-922F-418E-A8CD-2994E25CACA1}" type="presParOf" srcId="{29F975C2-3B1A-4FF2-820C-AC8358471586}" destId="{F151C309-DF7D-40E0-80E2-49FCA85B1224}" srcOrd="3" destOrd="0" presId="urn:microsoft.com/office/officeart/2005/8/layout/vList2"/>
    <dgm:cxn modelId="{B4AD82D3-7D13-4E00-9ABE-CE7EDFE9748D}" type="presParOf" srcId="{29F975C2-3B1A-4FF2-820C-AC8358471586}" destId="{3D4D54E5-0AB8-4091-9BEC-007171116928}" srcOrd="4" destOrd="0" presId="urn:microsoft.com/office/officeart/2005/8/layout/vList2"/>
    <dgm:cxn modelId="{4AC6C97F-9284-4DB5-9D33-57C6B2F628D9}" type="presParOf" srcId="{29F975C2-3B1A-4FF2-820C-AC8358471586}" destId="{DB2ACE03-62AF-4FA1-A1A0-1A6252CA274D}" srcOrd="5" destOrd="0" presId="urn:microsoft.com/office/officeart/2005/8/layout/vList2"/>
    <dgm:cxn modelId="{E9927C78-2419-4853-9D74-76E92378EBED}" type="presParOf" srcId="{29F975C2-3B1A-4FF2-820C-AC8358471586}" destId="{3D79D496-70F4-4E21-B09B-95E8C446D4B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26E39-EDCB-440A-AC54-A9537A5165D3}">
      <dsp:nvSpPr>
        <dsp:cNvPr id="0" name=""/>
        <dsp:cNvSpPr/>
      </dsp:nvSpPr>
      <dsp:spPr>
        <a:xfrm>
          <a:off x="0" y="49002"/>
          <a:ext cx="4625436" cy="911430"/>
        </a:xfrm>
        <a:prstGeom prst="roundRect">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Hospitals</a:t>
          </a:r>
        </a:p>
      </dsp:txBody>
      <dsp:txXfrm>
        <a:off x="44492" y="93494"/>
        <a:ext cx="4536452" cy="822446"/>
      </dsp:txXfrm>
    </dsp:sp>
    <dsp:sp modelId="{69E43372-8766-4FC6-860D-EF807E59D642}">
      <dsp:nvSpPr>
        <dsp:cNvPr id="0" name=""/>
        <dsp:cNvSpPr/>
      </dsp:nvSpPr>
      <dsp:spPr>
        <a:xfrm>
          <a:off x="0" y="1069872"/>
          <a:ext cx="4625436" cy="911430"/>
        </a:xfrm>
        <a:prstGeom prst="roundRect">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Vaccination Centre</a:t>
          </a:r>
        </a:p>
      </dsp:txBody>
      <dsp:txXfrm>
        <a:off x="44492" y="1114364"/>
        <a:ext cx="4536452" cy="822446"/>
      </dsp:txXfrm>
    </dsp:sp>
    <dsp:sp modelId="{3D4D54E5-0AB8-4091-9BEC-007171116928}">
      <dsp:nvSpPr>
        <dsp:cNvPr id="0" name=""/>
        <dsp:cNvSpPr/>
      </dsp:nvSpPr>
      <dsp:spPr>
        <a:xfrm>
          <a:off x="0" y="2090742"/>
          <a:ext cx="4625436" cy="911430"/>
        </a:xfrm>
        <a:prstGeom prst="roundRect">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Child Hospitals</a:t>
          </a:r>
        </a:p>
      </dsp:txBody>
      <dsp:txXfrm>
        <a:off x="44492" y="2135234"/>
        <a:ext cx="4536452" cy="822446"/>
      </dsp:txXfrm>
    </dsp:sp>
    <dsp:sp modelId="{3D79D496-70F4-4E21-B09B-95E8C446D4BC}">
      <dsp:nvSpPr>
        <dsp:cNvPr id="0" name=""/>
        <dsp:cNvSpPr/>
      </dsp:nvSpPr>
      <dsp:spPr>
        <a:xfrm>
          <a:off x="0" y="3111612"/>
          <a:ext cx="4625436" cy="911430"/>
        </a:xfrm>
        <a:prstGeom prst="roundRect">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Social </a:t>
          </a:r>
          <a:r>
            <a:rPr lang="en-US" sz="3800" kern="1200" dirty="0" err="1"/>
            <a:t>Organisation</a:t>
          </a:r>
          <a:endParaRPr lang="en-US" sz="3800" kern="1200" dirty="0"/>
        </a:p>
      </dsp:txBody>
      <dsp:txXfrm>
        <a:off x="44492" y="3156104"/>
        <a:ext cx="4536452" cy="8224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D614C9-D11D-4A37-F872-913467CC355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CD5E5C6E-93CF-FF53-FF95-58CE7681683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2BAAED5-F51F-4E01-8550-A9B0FF6459AA}" type="datetimeFigureOut">
              <a:rPr lang="en-US"/>
              <a:pPr>
                <a:defRPr/>
              </a:pPr>
              <a:t>9/14/2023</a:t>
            </a:fld>
            <a:endParaRPr lang="en-US"/>
          </a:p>
        </p:txBody>
      </p:sp>
      <p:sp>
        <p:nvSpPr>
          <p:cNvPr id="4" name="Slide Image Placeholder 3">
            <a:extLst>
              <a:ext uri="{FF2B5EF4-FFF2-40B4-BE49-F238E27FC236}">
                <a16:creationId xmlns:a16="http://schemas.microsoft.com/office/drawing/2014/main" id="{3C7B3968-28F1-7E3E-E57E-BFB3E279795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2F52CC0-E7C2-E3D0-4FE9-F141208C3B9E}"/>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7F207D9-4156-DB32-FE81-41FA28C5FB0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9C8466B6-58F9-1C42-16CC-1E1E0A0BFD6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A94BF60E-BADE-4357-BA62-6B33A41325E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A388A-DC98-FD38-674B-F245F2CB41E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4DAD324-7039-D746-3AE1-804273B6578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238A727-A6C8-D973-ED6A-AFF97CF8259D}"/>
              </a:ext>
            </a:extLst>
          </p:cNvPr>
          <p:cNvSpPr>
            <a:spLocks noGrp="1"/>
          </p:cNvSpPr>
          <p:nvPr>
            <p:ph type="dt" sz="half" idx="10"/>
          </p:nvPr>
        </p:nvSpPr>
        <p:spPr/>
        <p:txBody>
          <a:bodyPr/>
          <a:lstStyle/>
          <a:p>
            <a:pPr>
              <a:defRPr/>
            </a:pPr>
            <a:fld id="{452725D1-9462-4665-BF3B-0FB1A1F2A7AE}" type="datetime1">
              <a:rPr lang="en-US" smtClean="0"/>
              <a:pPr>
                <a:defRPr/>
              </a:pPr>
              <a:t>9/14/2023</a:t>
            </a:fld>
            <a:endParaRPr lang="en-US"/>
          </a:p>
        </p:txBody>
      </p:sp>
      <p:sp>
        <p:nvSpPr>
          <p:cNvPr id="5" name="Footer Placeholder 4">
            <a:extLst>
              <a:ext uri="{FF2B5EF4-FFF2-40B4-BE49-F238E27FC236}">
                <a16:creationId xmlns:a16="http://schemas.microsoft.com/office/drawing/2014/main" id="{A0BB38F8-53E1-3055-B468-488E80286B0B}"/>
              </a:ext>
            </a:extLst>
          </p:cNvPr>
          <p:cNvSpPr>
            <a:spLocks noGrp="1"/>
          </p:cNvSpPr>
          <p:nvPr>
            <p:ph type="ftr" sz="quarter" idx="11"/>
          </p:nvPr>
        </p:nvSpPr>
        <p:spPr/>
        <p:txBody>
          <a:bodyPr/>
          <a:lstStyle/>
          <a:p>
            <a:pPr>
              <a:defRPr/>
            </a:pPr>
            <a:r>
              <a:rPr lang="en-US"/>
              <a:t>Date of Presentation                                  </a:t>
            </a:r>
          </a:p>
        </p:txBody>
      </p:sp>
      <p:sp>
        <p:nvSpPr>
          <p:cNvPr id="6" name="Slide Number Placeholder 5">
            <a:extLst>
              <a:ext uri="{FF2B5EF4-FFF2-40B4-BE49-F238E27FC236}">
                <a16:creationId xmlns:a16="http://schemas.microsoft.com/office/drawing/2014/main" id="{8FAA606C-3D06-0C50-9140-1337D62EEA9B}"/>
              </a:ext>
            </a:extLst>
          </p:cNvPr>
          <p:cNvSpPr>
            <a:spLocks noGrp="1"/>
          </p:cNvSpPr>
          <p:nvPr>
            <p:ph type="sldNum" sz="quarter" idx="12"/>
          </p:nvPr>
        </p:nvSpPr>
        <p:spPr/>
        <p:txBody>
          <a:bodyPr/>
          <a:lstStyle/>
          <a:p>
            <a:pPr>
              <a:defRPr/>
            </a:pPr>
            <a:fld id="{ED2243BE-A251-4DB7-947B-FDFC42E713F4}" type="slidenum">
              <a:rPr lang="en-US" altLang="en-US" smtClean="0"/>
              <a:pPr>
                <a:defRPr/>
              </a:pPr>
              <a:t>‹#›</a:t>
            </a:fld>
            <a:endParaRPr lang="en-US" altLang="en-US"/>
          </a:p>
        </p:txBody>
      </p:sp>
    </p:spTree>
    <p:extLst>
      <p:ext uri="{BB962C8B-B14F-4D97-AF65-F5344CB8AC3E}">
        <p14:creationId xmlns:p14="http://schemas.microsoft.com/office/powerpoint/2010/main" val="1529313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E9BC-D541-39D8-AB4A-47DE6A19BD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E72A77-9FF7-B60B-30B5-0A8042C2F8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5FBFC4-86CD-765F-579B-3A12197E0E19}"/>
              </a:ext>
            </a:extLst>
          </p:cNvPr>
          <p:cNvSpPr>
            <a:spLocks noGrp="1"/>
          </p:cNvSpPr>
          <p:nvPr>
            <p:ph type="dt" sz="half" idx="10"/>
          </p:nvPr>
        </p:nvSpPr>
        <p:spPr/>
        <p:txBody>
          <a:bodyPr/>
          <a:lstStyle/>
          <a:p>
            <a:pPr>
              <a:defRPr/>
            </a:pPr>
            <a:fld id="{609E162B-176D-44F0-B2EC-C88A84E98307}" type="datetime1">
              <a:rPr lang="en-US" smtClean="0"/>
              <a:pPr>
                <a:defRPr/>
              </a:pPr>
              <a:t>9/14/2023</a:t>
            </a:fld>
            <a:endParaRPr lang="en-US"/>
          </a:p>
        </p:txBody>
      </p:sp>
      <p:sp>
        <p:nvSpPr>
          <p:cNvPr id="5" name="Footer Placeholder 4">
            <a:extLst>
              <a:ext uri="{FF2B5EF4-FFF2-40B4-BE49-F238E27FC236}">
                <a16:creationId xmlns:a16="http://schemas.microsoft.com/office/drawing/2014/main" id="{53C9E67C-CA87-3FAC-CD71-F4C53CAC8C69}"/>
              </a:ext>
            </a:extLst>
          </p:cNvPr>
          <p:cNvSpPr>
            <a:spLocks noGrp="1"/>
          </p:cNvSpPr>
          <p:nvPr>
            <p:ph type="ftr" sz="quarter" idx="11"/>
          </p:nvPr>
        </p:nvSpPr>
        <p:spPr/>
        <p:txBody>
          <a:bodyPr/>
          <a:lstStyle/>
          <a:p>
            <a:pPr>
              <a:defRPr/>
            </a:pPr>
            <a:r>
              <a:rPr lang="en-US"/>
              <a:t>Date of Presentation                                  </a:t>
            </a:r>
          </a:p>
        </p:txBody>
      </p:sp>
      <p:sp>
        <p:nvSpPr>
          <p:cNvPr id="6" name="Slide Number Placeholder 5">
            <a:extLst>
              <a:ext uri="{FF2B5EF4-FFF2-40B4-BE49-F238E27FC236}">
                <a16:creationId xmlns:a16="http://schemas.microsoft.com/office/drawing/2014/main" id="{4D03D74A-B196-35DF-3FF0-CA67EDCB712B}"/>
              </a:ext>
            </a:extLst>
          </p:cNvPr>
          <p:cNvSpPr>
            <a:spLocks noGrp="1"/>
          </p:cNvSpPr>
          <p:nvPr>
            <p:ph type="sldNum" sz="quarter" idx="12"/>
          </p:nvPr>
        </p:nvSpPr>
        <p:spPr/>
        <p:txBody>
          <a:bodyPr/>
          <a:lstStyle/>
          <a:p>
            <a:pPr>
              <a:defRPr/>
            </a:pPr>
            <a:fld id="{7322B5B1-5614-41AD-88EA-8FBBEA596142}" type="slidenum">
              <a:rPr lang="en-US" altLang="en-US" smtClean="0"/>
              <a:pPr>
                <a:defRPr/>
              </a:pPr>
              <a:t>‹#›</a:t>
            </a:fld>
            <a:endParaRPr lang="en-US" altLang="en-US"/>
          </a:p>
        </p:txBody>
      </p:sp>
    </p:spTree>
    <p:extLst>
      <p:ext uri="{BB962C8B-B14F-4D97-AF65-F5344CB8AC3E}">
        <p14:creationId xmlns:p14="http://schemas.microsoft.com/office/powerpoint/2010/main" val="1298041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A4683-4AE7-5802-4ECA-7AF55DC78A4A}"/>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580BD2F-9025-0AB0-16D8-9960E7ED2596}"/>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1BD471-61E3-E125-9653-44B8CDDC820E}"/>
              </a:ext>
            </a:extLst>
          </p:cNvPr>
          <p:cNvSpPr>
            <a:spLocks noGrp="1"/>
          </p:cNvSpPr>
          <p:nvPr>
            <p:ph type="dt" sz="half" idx="10"/>
          </p:nvPr>
        </p:nvSpPr>
        <p:spPr/>
        <p:txBody>
          <a:bodyPr/>
          <a:lstStyle/>
          <a:p>
            <a:pPr>
              <a:defRPr/>
            </a:pPr>
            <a:fld id="{73707AE3-A1A8-47E7-ADED-73E2DADA8969}" type="datetime1">
              <a:rPr lang="en-US" smtClean="0"/>
              <a:pPr>
                <a:defRPr/>
              </a:pPr>
              <a:t>9/14/2023</a:t>
            </a:fld>
            <a:endParaRPr lang="en-US"/>
          </a:p>
        </p:txBody>
      </p:sp>
      <p:sp>
        <p:nvSpPr>
          <p:cNvPr id="5" name="Footer Placeholder 4">
            <a:extLst>
              <a:ext uri="{FF2B5EF4-FFF2-40B4-BE49-F238E27FC236}">
                <a16:creationId xmlns:a16="http://schemas.microsoft.com/office/drawing/2014/main" id="{D016D471-F3EC-D49A-2869-3439DEB8EE78}"/>
              </a:ext>
            </a:extLst>
          </p:cNvPr>
          <p:cNvSpPr>
            <a:spLocks noGrp="1"/>
          </p:cNvSpPr>
          <p:nvPr>
            <p:ph type="ftr" sz="quarter" idx="11"/>
          </p:nvPr>
        </p:nvSpPr>
        <p:spPr/>
        <p:txBody>
          <a:bodyPr/>
          <a:lstStyle/>
          <a:p>
            <a:pPr>
              <a:defRPr/>
            </a:pPr>
            <a:r>
              <a:rPr lang="en-US"/>
              <a:t>Date of Presentation                                  </a:t>
            </a:r>
          </a:p>
        </p:txBody>
      </p:sp>
      <p:sp>
        <p:nvSpPr>
          <p:cNvPr id="6" name="Slide Number Placeholder 5">
            <a:extLst>
              <a:ext uri="{FF2B5EF4-FFF2-40B4-BE49-F238E27FC236}">
                <a16:creationId xmlns:a16="http://schemas.microsoft.com/office/drawing/2014/main" id="{F9403B6F-F6E1-EAA6-DECB-A93087180B67}"/>
              </a:ext>
            </a:extLst>
          </p:cNvPr>
          <p:cNvSpPr>
            <a:spLocks noGrp="1"/>
          </p:cNvSpPr>
          <p:nvPr>
            <p:ph type="sldNum" sz="quarter" idx="12"/>
          </p:nvPr>
        </p:nvSpPr>
        <p:spPr/>
        <p:txBody>
          <a:bodyPr/>
          <a:lstStyle/>
          <a:p>
            <a:pPr>
              <a:defRPr/>
            </a:pPr>
            <a:fld id="{8369F4D3-1316-4602-AFD5-75F5659304AA}" type="slidenum">
              <a:rPr lang="en-US" altLang="en-US" smtClean="0"/>
              <a:pPr>
                <a:defRPr/>
              </a:pPr>
              <a:t>‹#›</a:t>
            </a:fld>
            <a:endParaRPr lang="en-US" altLang="en-US"/>
          </a:p>
        </p:txBody>
      </p:sp>
    </p:spTree>
    <p:extLst>
      <p:ext uri="{BB962C8B-B14F-4D97-AF65-F5344CB8AC3E}">
        <p14:creationId xmlns:p14="http://schemas.microsoft.com/office/powerpoint/2010/main" val="2848925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9DE2-EFF9-B4BC-15D9-3ADCB96B91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AF3AC7-F388-DB5C-221D-E26D9BB8715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D0034D-9550-06F9-629B-F8BECC51953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B6D6CC-6156-7E2A-9B8A-5781B03C8547}"/>
              </a:ext>
            </a:extLst>
          </p:cNvPr>
          <p:cNvSpPr>
            <a:spLocks noGrp="1"/>
          </p:cNvSpPr>
          <p:nvPr>
            <p:ph type="dt" sz="half" idx="10"/>
          </p:nvPr>
        </p:nvSpPr>
        <p:spPr/>
        <p:txBody>
          <a:bodyPr/>
          <a:lstStyle/>
          <a:p>
            <a:pPr>
              <a:defRPr/>
            </a:pPr>
            <a:fld id="{8EBF4888-87EF-4486-A204-6DD3C8A27DA0}" type="datetime1">
              <a:rPr lang="en-US" smtClean="0"/>
              <a:pPr>
                <a:defRPr/>
              </a:pPr>
              <a:t>9/14/2023</a:t>
            </a:fld>
            <a:endParaRPr lang="en-US"/>
          </a:p>
        </p:txBody>
      </p:sp>
      <p:sp>
        <p:nvSpPr>
          <p:cNvPr id="6" name="Footer Placeholder 5">
            <a:extLst>
              <a:ext uri="{FF2B5EF4-FFF2-40B4-BE49-F238E27FC236}">
                <a16:creationId xmlns:a16="http://schemas.microsoft.com/office/drawing/2014/main" id="{6E7C2AB4-7369-7574-C772-0A3EF57FA8CB}"/>
              </a:ext>
            </a:extLst>
          </p:cNvPr>
          <p:cNvSpPr>
            <a:spLocks noGrp="1"/>
          </p:cNvSpPr>
          <p:nvPr>
            <p:ph type="ftr" sz="quarter" idx="11"/>
          </p:nvPr>
        </p:nvSpPr>
        <p:spPr/>
        <p:txBody>
          <a:bodyPr/>
          <a:lstStyle/>
          <a:p>
            <a:pPr>
              <a:defRPr/>
            </a:pPr>
            <a:r>
              <a:rPr lang="en-US"/>
              <a:t>Date of Presentation                                  </a:t>
            </a:r>
          </a:p>
        </p:txBody>
      </p:sp>
      <p:sp>
        <p:nvSpPr>
          <p:cNvPr id="7" name="Slide Number Placeholder 6">
            <a:extLst>
              <a:ext uri="{FF2B5EF4-FFF2-40B4-BE49-F238E27FC236}">
                <a16:creationId xmlns:a16="http://schemas.microsoft.com/office/drawing/2014/main" id="{239559A3-D9AE-07C0-FCD0-E37EBCE9E2BA}"/>
              </a:ext>
            </a:extLst>
          </p:cNvPr>
          <p:cNvSpPr>
            <a:spLocks noGrp="1"/>
          </p:cNvSpPr>
          <p:nvPr>
            <p:ph type="sldNum" sz="quarter" idx="12"/>
          </p:nvPr>
        </p:nvSpPr>
        <p:spPr/>
        <p:txBody>
          <a:bodyPr/>
          <a:lstStyle/>
          <a:p>
            <a:pPr>
              <a:defRPr/>
            </a:pPr>
            <a:fld id="{E63B2039-2940-438B-8CAD-D79F194BF9CA}" type="slidenum">
              <a:rPr lang="en-US" altLang="en-US" smtClean="0"/>
              <a:pPr>
                <a:defRPr/>
              </a:pPr>
              <a:t>‹#›</a:t>
            </a:fld>
            <a:endParaRPr lang="en-US" altLang="en-US"/>
          </a:p>
        </p:txBody>
      </p:sp>
    </p:spTree>
    <p:extLst>
      <p:ext uri="{BB962C8B-B14F-4D97-AF65-F5344CB8AC3E}">
        <p14:creationId xmlns:p14="http://schemas.microsoft.com/office/powerpoint/2010/main" val="2682306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E35D6-6385-9FA3-F0C3-C68287844989}"/>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0A12AD-3E93-B8AD-F4B1-C8BE5C3F469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43627CD-9AD1-9428-74BC-2EE537B9715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733920-BE21-3BA9-FB75-60D6451000B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84F1B83-128F-D0A1-3573-39D1D9C3504B}"/>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ECC12B-BAE3-586C-D057-0ACEE451A592}"/>
              </a:ext>
            </a:extLst>
          </p:cNvPr>
          <p:cNvSpPr>
            <a:spLocks noGrp="1"/>
          </p:cNvSpPr>
          <p:nvPr>
            <p:ph type="dt" sz="half" idx="10"/>
          </p:nvPr>
        </p:nvSpPr>
        <p:spPr/>
        <p:txBody>
          <a:bodyPr/>
          <a:lstStyle/>
          <a:p>
            <a:pPr>
              <a:defRPr/>
            </a:pPr>
            <a:fld id="{8AC3AB9F-40A1-4E28-A368-7DB18D515ECC}" type="datetime1">
              <a:rPr lang="en-US" smtClean="0"/>
              <a:pPr>
                <a:defRPr/>
              </a:pPr>
              <a:t>9/14/2023</a:t>
            </a:fld>
            <a:endParaRPr lang="en-US"/>
          </a:p>
        </p:txBody>
      </p:sp>
      <p:sp>
        <p:nvSpPr>
          <p:cNvPr id="8" name="Footer Placeholder 7">
            <a:extLst>
              <a:ext uri="{FF2B5EF4-FFF2-40B4-BE49-F238E27FC236}">
                <a16:creationId xmlns:a16="http://schemas.microsoft.com/office/drawing/2014/main" id="{DC81B4E3-F2BC-4078-6B09-5852682D5E9D}"/>
              </a:ext>
            </a:extLst>
          </p:cNvPr>
          <p:cNvSpPr>
            <a:spLocks noGrp="1"/>
          </p:cNvSpPr>
          <p:nvPr>
            <p:ph type="ftr" sz="quarter" idx="11"/>
          </p:nvPr>
        </p:nvSpPr>
        <p:spPr/>
        <p:txBody>
          <a:bodyPr/>
          <a:lstStyle/>
          <a:p>
            <a:pPr>
              <a:defRPr/>
            </a:pPr>
            <a:r>
              <a:rPr lang="en-US"/>
              <a:t>Date of Presentation                                  </a:t>
            </a:r>
          </a:p>
        </p:txBody>
      </p:sp>
      <p:sp>
        <p:nvSpPr>
          <p:cNvPr id="9" name="Slide Number Placeholder 8">
            <a:extLst>
              <a:ext uri="{FF2B5EF4-FFF2-40B4-BE49-F238E27FC236}">
                <a16:creationId xmlns:a16="http://schemas.microsoft.com/office/drawing/2014/main" id="{51CA7EF3-2945-B75F-9D14-6A024BA82FB4}"/>
              </a:ext>
            </a:extLst>
          </p:cNvPr>
          <p:cNvSpPr>
            <a:spLocks noGrp="1"/>
          </p:cNvSpPr>
          <p:nvPr>
            <p:ph type="sldNum" sz="quarter" idx="12"/>
          </p:nvPr>
        </p:nvSpPr>
        <p:spPr/>
        <p:txBody>
          <a:bodyPr/>
          <a:lstStyle/>
          <a:p>
            <a:pPr>
              <a:defRPr/>
            </a:pPr>
            <a:fld id="{D9A7C03B-2F37-40A5-9FB0-85D5A090872B}" type="slidenum">
              <a:rPr lang="en-US" altLang="en-US" smtClean="0"/>
              <a:pPr>
                <a:defRPr/>
              </a:pPr>
              <a:t>‹#›</a:t>
            </a:fld>
            <a:endParaRPr lang="en-US" altLang="en-US"/>
          </a:p>
        </p:txBody>
      </p:sp>
    </p:spTree>
    <p:extLst>
      <p:ext uri="{BB962C8B-B14F-4D97-AF65-F5344CB8AC3E}">
        <p14:creationId xmlns:p14="http://schemas.microsoft.com/office/powerpoint/2010/main" val="2094866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32B41-8296-9AF5-CCE1-B93E755D71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31B2F-F243-35D8-EC24-DE468C927C07}"/>
              </a:ext>
            </a:extLst>
          </p:cNvPr>
          <p:cNvSpPr>
            <a:spLocks noGrp="1"/>
          </p:cNvSpPr>
          <p:nvPr>
            <p:ph type="dt" sz="half" idx="10"/>
          </p:nvPr>
        </p:nvSpPr>
        <p:spPr/>
        <p:txBody>
          <a:bodyPr/>
          <a:lstStyle/>
          <a:p>
            <a:pPr>
              <a:defRPr/>
            </a:pPr>
            <a:fld id="{CB1F16F2-1F8E-4192-B32A-18949F4657B1}" type="datetime1">
              <a:rPr lang="en-US" smtClean="0"/>
              <a:pPr>
                <a:defRPr/>
              </a:pPr>
              <a:t>9/14/2023</a:t>
            </a:fld>
            <a:endParaRPr lang="en-US"/>
          </a:p>
        </p:txBody>
      </p:sp>
      <p:sp>
        <p:nvSpPr>
          <p:cNvPr id="4" name="Footer Placeholder 3">
            <a:extLst>
              <a:ext uri="{FF2B5EF4-FFF2-40B4-BE49-F238E27FC236}">
                <a16:creationId xmlns:a16="http://schemas.microsoft.com/office/drawing/2014/main" id="{28549475-19CE-F206-95E9-72F4E6C6834A}"/>
              </a:ext>
            </a:extLst>
          </p:cNvPr>
          <p:cNvSpPr>
            <a:spLocks noGrp="1"/>
          </p:cNvSpPr>
          <p:nvPr>
            <p:ph type="ftr" sz="quarter" idx="11"/>
          </p:nvPr>
        </p:nvSpPr>
        <p:spPr/>
        <p:txBody>
          <a:bodyPr/>
          <a:lstStyle/>
          <a:p>
            <a:pPr>
              <a:defRPr/>
            </a:pPr>
            <a:r>
              <a:rPr lang="en-US"/>
              <a:t>Date of Presentation                                  </a:t>
            </a:r>
          </a:p>
        </p:txBody>
      </p:sp>
      <p:sp>
        <p:nvSpPr>
          <p:cNvPr id="5" name="Slide Number Placeholder 4">
            <a:extLst>
              <a:ext uri="{FF2B5EF4-FFF2-40B4-BE49-F238E27FC236}">
                <a16:creationId xmlns:a16="http://schemas.microsoft.com/office/drawing/2014/main" id="{7820DACB-BE34-7EAF-CC9C-50424A5E214D}"/>
              </a:ext>
            </a:extLst>
          </p:cNvPr>
          <p:cNvSpPr>
            <a:spLocks noGrp="1"/>
          </p:cNvSpPr>
          <p:nvPr>
            <p:ph type="sldNum" sz="quarter" idx="12"/>
          </p:nvPr>
        </p:nvSpPr>
        <p:spPr/>
        <p:txBody>
          <a:bodyPr/>
          <a:lstStyle/>
          <a:p>
            <a:pPr>
              <a:defRPr/>
            </a:pPr>
            <a:fld id="{D3EC5F9A-5F73-47DE-A707-5C335E9786E0}" type="slidenum">
              <a:rPr lang="en-US" altLang="en-US" smtClean="0"/>
              <a:pPr>
                <a:defRPr/>
              </a:pPr>
              <a:t>‹#›</a:t>
            </a:fld>
            <a:endParaRPr lang="en-US" altLang="en-US"/>
          </a:p>
        </p:txBody>
      </p:sp>
    </p:spTree>
    <p:extLst>
      <p:ext uri="{BB962C8B-B14F-4D97-AF65-F5344CB8AC3E}">
        <p14:creationId xmlns:p14="http://schemas.microsoft.com/office/powerpoint/2010/main" val="1130708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3B02EA-4CEA-062D-B68A-A766EFB08453}"/>
              </a:ext>
            </a:extLst>
          </p:cNvPr>
          <p:cNvSpPr>
            <a:spLocks noGrp="1"/>
          </p:cNvSpPr>
          <p:nvPr>
            <p:ph type="dt" sz="half" idx="10"/>
          </p:nvPr>
        </p:nvSpPr>
        <p:spPr/>
        <p:txBody>
          <a:bodyPr/>
          <a:lstStyle/>
          <a:p>
            <a:pPr>
              <a:defRPr/>
            </a:pPr>
            <a:fld id="{34767FD1-B008-47B2-B3FF-D832EF680EDF}" type="datetime1">
              <a:rPr lang="en-US" smtClean="0"/>
              <a:pPr>
                <a:defRPr/>
              </a:pPr>
              <a:t>9/14/2023</a:t>
            </a:fld>
            <a:endParaRPr lang="en-US"/>
          </a:p>
        </p:txBody>
      </p:sp>
      <p:sp>
        <p:nvSpPr>
          <p:cNvPr id="3" name="Footer Placeholder 2">
            <a:extLst>
              <a:ext uri="{FF2B5EF4-FFF2-40B4-BE49-F238E27FC236}">
                <a16:creationId xmlns:a16="http://schemas.microsoft.com/office/drawing/2014/main" id="{5435C169-C397-218D-B15B-91E28A54228D}"/>
              </a:ext>
            </a:extLst>
          </p:cNvPr>
          <p:cNvSpPr>
            <a:spLocks noGrp="1"/>
          </p:cNvSpPr>
          <p:nvPr>
            <p:ph type="ftr" sz="quarter" idx="11"/>
          </p:nvPr>
        </p:nvSpPr>
        <p:spPr/>
        <p:txBody>
          <a:bodyPr/>
          <a:lstStyle/>
          <a:p>
            <a:pPr>
              <a:defRPr/>
            </a:pPr>
            <a:r>
              <a:rPr lang="en-US"/>
              <a:t>Date of Presentation                                  </a:t>
            </a:r>
          </a:p>
        </p:txBody>
      </p:sp>
      <p:sp>
        <p:nvSpPr>
          <p:cNvPr id="4" name="Slide Number Placeholder 3">
            <a:extLst>
              <a:ext uri="{FF2B5EF4-FFF2-40B4-BE49-F238E27FC236}">
                <a16:creationId xmlns:a16="http://schemas.microsoft.com/office/drawing/2014/main" id="{27D94E49-BFCA-65FA-E151-4A38DB046AD3}"/>
              </a:ext>
            </a:extLst>
          </p:cNvPr>
          <p:cNvSpPr>
            <a:spLocks noGrp="1"/>
          </p:cNvSpPr>
          <p:nvPr>
            <p:ph type="sldNum" sz="quarter" idx="12"/>
          </p:nvPr>
        </p:nvSpPr>
        <p:spPr/>
        <p:txBody>
          <a:bodyPr/>
          <a:lstStyle/>
          <a:p>
            <a:pPr>
              <a:defRPr/>
            </a:pPr>
            <a:fld id="{B8193D87-9D3A-47A7-BDF2-1911D8F9F0C9}" type="slidenum">
              <a:rPr lang="en-US" altLang="en-US" smtClean="0"/>
              <a:pPr>
                <a:defRPr/>
              </a:pPr>
              <a:t>‹#›</a:t>
            </a:fld>
            <a:endParaRPr lang="en-US" altLang="en-US"/>
          </a:p>
        </p:txBody>
      </p:sp>
    </p:spTree>
    <p:extLst>
      <p:ext uri="{BB962C8B-B14F-4D97-AF65-F5344CB8AC3E}">
        <p14:creationId xmlns:p14="http://schemas.microsoft.com/office/powerpoint/2010/main" val="828733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1A5D1-ABFE-73D8-BA73-5FEC2DCCEC2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C32D8E1-B33A-EDAF-D60D-114C34BEAFF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31D3E9-AC1A-EDD3-CD47-011D36D592A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86FE791-FD29-B9AD-FE76-C227BB48A2B3}"/>
              </a:ext>
            </a:extLst>
          </p:cNvPr>
          <p:cNvSpPr>
            <a:spLocks noGrp="1"/>
          </p:cNvSpPr>
          <p:nvPr>
            <p:ph type="dt" sz="half" idx="10"/>
          </p:nvPr>
        </p:nvSpPr>
        <p:spPr/>
        <p:txBody>
          <a:bodyPr/>
          <a:lstStyle/>
          <a:p>
            <a:pPr>
              <a:defRPr/>
            </a:pPr>
            <a:fld id="{F2736BD2-E091-49B5-8261-6388D2170AEA}" type="datetime1">
              <a:rPr lang="en-US" smtClean="0"/>
              <a:pPr>
                <a:defRPr/>
              </a:pPr>
              <a:t>9/14/2023</a:t>
            </a:fld>
            <a:endParaRPr lang="en-US"/>
          </a:p>
        </p:txBody>
      </p:sp>
      <p:sp>
        <p:nvSpPr>
          <p:cNvPr id="6" name="Footer Placeholder 5">
            <a:extLst>
              <a:ext uri="{FF2B5EF4-FFF2-40B4-BE49-F238E27FC236}">
                <a16:creationId xmlns:a16="http://schemas.microsoft.com/office/drawing/2014/main" id="{32C4B739-88EB-2A42-71E1-927955AF2B33}"/>
              </a:ext>
            </a:extLst>
          </p:cNvPr>
          <p:cNvSpPr>
            <a:spLocks noGrp="1"/>
          </p:cNvSpPr>
          <p:nvPr>
            <p:ph type="ftr" sz="quarter" idx="11"/>
          </p:nvPr>
        </p:nvSpPr>
        <p:spPr/>
        <p:txBody>
          <a:bodyPr/>
          <a:lstStyle/>
          <a:p>
            <a:pPr>
              <a:defRPr/>
            </a:pPr>
            <a:r>
              <a:rPr lang="en-US"/>
              <a:t>Date of Presentation                                  </a:t>
            </a:r>
          </a:p>
        </p:txBody>
      </p:sp>
      <p:sp>
        <p:nvSpPr>
          <p:cNvPr id="7" name="Slide Number Placeholder 6">
            <a:extLst>
              <a:ext uri="{FF2B5EF4-FFF2-40B4-BE49-F238E27FC236}">
                <a16:creationId xmlns:a16="http://schemas.microsoft.com/office/drawing/2014/main" id="{FF01462E-C3CC-8FA2-865F-AE728A0EC024}"/>
              </a:ext>
            </a:extLst>
          </p:cNvPr>
          <p:cNvSpPr>
            <a:spLocks noGrp="1"/>
          </p:cNvSpPr>
          <p:nvPr>
            <p:ph type="sldNum" sz="quarter" idx="12"/>
          </p:nvPr>
        </p:nvSpPr>
        <p:spPr/>
        <p:txBody>
          <a:bodyPr/>
          <a:lstStyle/>
          <a:p>
            <a:pPr>
              <a:defRPr/>
            </a:pPr>
            <a:fld id="{A8DB48DA-798B-4008-80B1-D9430974BFB0}" type="slidenum">
              <a:rPr lang="en-US" altLang="en-US" smtClean="0"/>
              <a:pPr>
                <a:defRPr/>
              </a:pPr>
              <a:t>‹#›</a:t>
            </a:fld>
            <a:endParaRPr lang="en-US" altLang="en-US"/>
          </a:p>
        </p:txBody>
      </p:sp>
    </p:spTree>
    <p:extLst>
      <p:ext uri="{BB962C8B-B14F-4D97-AF65-F5344CB8AC3E}">
        <p14:creationId xmlns:p14="http://schemas.microsoft.com/office/powerpoint/2010/main" val="2432417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03896-2B7F-06B5-87F2-24CDF028D31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C5F4EB8-C4BF-6349-0C32-AA02D445D6F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DADEE15-6553-3579-6217-12C656B5030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1F98135-5C55-1747-2C13-3D550D72C502}"/>
              </a:ext>
            </a:extLst>
          </p:cNvPr>
          <p:cNvSpPr>
            <a:spLocks noGrp="1"/>
          </p:cNvSpPr>
          <p:nvPr>
            <p:ph type="dt" sz="half" idx="10"/>
          </p:nvPr>
        </p:nvSpPr>
        <p:spPr/>
        <p:txBody>
          <a:bodyPr/>
          <a:lstStyle/>
          <a:p>
            <a:pPr>
              <a:defRPr/>
            </a:pPr>
            <a:fld id="{99FF61BF-1F4F-4E22-9440-5D048F6DA13B}" type="datetime1">
              <a:rPr lang="en-US" smtClean="0"/>
              <a:pPr>
                <a:defRPr/>
              </a:pPr>
              <a:t>9/14/2023</a:t>
            </a:fld>
            <a:endParaRPr lang="en-US"/>
          </a:p>
        </p:txBody>
      </p:sp>
      <p:sp>
        <p:nvSpPr>
          <p:cNvPr id="6" name="Footer Placeholder 5">
            <a:extLst>
              <a:ext uri="{FF2B5EF4-FFF2-40B4-BE49-F238E27FC236}">
                <a16:creationId xmlns:a16="http://schemas.microsoft.com/office/drawing/2014/main" id="{5E89EDC7-6007-42E4-2D25-35E4C7E7E0F4}"/>
              </a:ext>
            </a:extLst>
          </p:cNvPr>
          <p:cNvSpPr>
            <a:spLocks noGrp="1"/>
          </p:cNvSpPr>
          <p:nvPr>
            <p:ph type="ftr" sz="quarter" idx="11"/>
          </p:nvPr>
        </p:nvSpPr>
        <p:spPr/>
        <p:txBody>
          <a:bodyPr/>
          <a:lstStyle/>
          <a:p>
            <a:pPr>
              <a:defRPr/>
            </a:pPr>
            <a:r>
              <a:rPr lang="en-US"/>
              <a:t>Date of Presentation                                  </a:t>
            </a:r>
          </a:p>
        </p:txBody>
      </p:sp>
      <p:sp>
        <p:nvSpPr>
          <p:cNvPr id="7" name="Slide Number Placeholder 6">
            <a:extLst>
              <a:ext uri="{FF2B5EF4-FFF2-40B4-BE49-F238E27FC236}">
                <a16:creationId xmlns:a16="http://schemas.microsoft.com/office/drawing/2014/main" id="{AF8A3DFA-5B26-8D28-C006-4C52797F3A86}"/>
              </a:ext>
            </a:extLst>
          </p:cNvPr>
          <p:cNvSpPr>
            <a:spLocks noGrp="1"/>
          </p:cNvSpPr>
          <p:nvPr>
            <p:ph type="sldNum" sz="quarter" idx="12"/>
          </p:nvPr>
        </p:nvSpPr>
        <p:spPr/>
        <p:txBody>
          <a:bodyPr/>
          <a:lstStyle/>
          <a:p>
            <a:pPr>
              <a:defRPr/>
            </a:pPr>
            <a:fld id="{1C8ED91B-628E-47F5-895E-6218C452C13D}" type="slidenum">
              <a:rPr lang="en-US" altLang="en-US" smtClean="0"/>
              <a:pPr>
                <a:defRPr/>
              </a:pPr>
              <a:t>‹#›</a:t>
            </a:fld>
            <a:endParaRPr lang="en-US" altLang="en-US"/>
          </a:p>
        </p:txBody>
      </p:sp>
    </p:spTree>
    <p:extLst>
      <p:ext uri="{BB962C8B-B14F-4D97-AF65-F5344CB8AC3E}">
        <p14:creationId xmlns:p14="http://schemas.microsoft.com/office/powerpoint/2010/main" val="2535616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73439-9A6F-D99D-BFA5-6CCEF663AD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EAEBE9-8AC7-03B6-20DA-3907328B96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D6109-1071-A1A9-9F09-5134415AFEEE}"/>
              </a:ext>
            </a:extLst>
          </p:cNvPr>
          <p:cNvSpPr>
            <a:spLocks noGrp="1"/>
          </p:cNvSpPr>
          <p:nvPr>
            <p:ph type="dt" sz="half" idx="10"/>
          </p:nvPr>
        </p:nvSpPr>
        <p:spPr/>
        <p:txBody>
          <a:bodyPr/>
          <a:lstStyle/>
          <a:p>
            <a:pPr>
              <a:defRPr/>
            </a:pPr>
            <a:fld id="{0F702D5B-1426-4D76-9EE0-A617F61BFAEF}" type="datetime1">
              <a:rPr lang="en-US" smtClean="0"/>
              <a:pPr>
                <a:defRPr/>
              </a:pPr>
              <a:t>9/14/2023</a:t>
            </a:fld>
            <a:endParaRPr lang="en-US"/>
          </a:p>
        </p:txBody>
      </p:sp>
      <p:sp>
        <p:nvSpPr>
          <p:cNvPr id="5" name="Footer Placeholder 4">
            <a:extLst>
              <a:ext uri="{FF2B5EF4-FFF2-40B4-BE49-F238E27FC236}">
                <a16:creationId xmlns:a16="http://schemas.microsoft.com/office/drawing/2014/main" id="{B3530D6A-D5D6-63C9-7079-A5D7AEEDAC6E}"/>
              </a:ext>
            </a:extLst>
          </p:cNvPr>
          <p:cNvSpPr>
            <a:spLocks noGrp="1"/>
          </p:cNvSpPr>
          <p:nvPr>
            <p:ph type="ftr" sz="quarter" idx="11"/>
          </p:nvPr>
        </p:nvSpPr>
        <p:spPr/>
        <p:txBody>
          <a:bodyPr/>
          <a:lstStyle/>
          <a:p>
            <a:pPr>
              <a:defRPr/>
            </a:pPr>
            <a:r>
              <a:rPr lang="en-US"/>
              <a:t>Date of Presentation                                  </a:t>
            </a:r>
          </a:p>
        </p:txBody>
      </p:sp>
      <p:sp>
        <p:nvSpPr>
          <p:cNvPr id="6" name="Slide Number Placeholder 5">
            <a:extLst>
              <a:ext uri="{FF2B5EF4-FFF2-40B4-BE49-F238E27FC236}">
                <a16:creationId xmlns:a16="http://schemas.microsoft.com/office/drawing/2014/main" id="{34ECFD5E-F12C-A8CD-2DDD-7CE0512AE004}"/>
              </a:ext>
            </a:extLst>
          </p:cNvPr>
          <p:cNvSpPr>
            <a:spLocks noGrp="1"/>
          </p:cNvSpPr>
          <p:nvPr>
            <p:ph type="sldNum" sz="quarter" idx="12"/>
          </p:nvPr>
        </p:nvSpPr>
        <p:spPr/>
        <p:txBody>
          <a:bodyPr/>
          <a:lstStyle/>
          <a:p>
            <a:pPr>
              <a:defRPr/>
            </a:pPr>
            <a:fld id="{C62937BA-76FA-4E08-BA63-325F73D4DA5A}" type="slidenum">
              <a:rPr lang="en-US" altLang="en-US" smtClean="0"/>
              <a:pPr>
                <a:defRPr/>
              </a:pPr>
              <a:t>‹#›</a:t>
            </a:fld>
            <a:endParaRPr lang="en-US" altLang="en-US"/>
          </a:p>
        </p:txBody>
      </p:sp>
    </p:spTree>
    <p:extLst>
      <p:ext uri="{BB962C8B-B14F-4D97-AF65-F5344CB8AC3E}">
        <p14:creationId xmlns:p14="http://schemas.microsoft.com/office/powerpoint/2010/main" val="3400984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B3B71B-0E78-DD8B-7B36-FBE5CB06C6F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72EFB7-BF66-B934-5086-506FDBDFDDA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55099-9441-56AE-2C19-548F03E20B5D}"/>
              </a:ext>
            </a:extLst>
          </p:cNvPr>
          <p:cNvSpPr>
            <a:spLocks noGrp="1"/>
          </p:cNvSpPr>
          <p:nvPr>
            <p:ph type="dt" sz="half" idx="10"/>
          </p:nvPr>
        </p:nvSpPr>
        <p:spPr/>
        <p:txBody>
          <a:bodyPr/>
          <a:lstStyle/>
          <a:p>
            <a:pPr>
              <a:defRPr/>
            </a:pPr>
            <a:fld id="{CAC5D772-8D7B-48BD-B5B5-15A5EA322BAB}" type="datetime1">
              <a:rPr lang="en-US" smtClean="0"/>
              <a:pPr>
                <a:defRPr/>
              </a:pPr>
              <a:t>9/14/2023</a:t>
            </a:fld>
            <a:endParaRPr lang="en-US"/>
          </a:p>
        </p:txBody>
      </p:sp>
      <p:sp>
        <p:nvSpPr>
          <p:cNvPr id="5" name="Footer Placeholder 4">
            <a:extLst>
              <a:ext uri="{FF2B5EF4-FFF2-40B4-BE49-F238E27FC236}">
                <a16:creationId xmlns:a16="http://schemas.microsoft.com/office/drawing/2014/main" id="{F13220CB-1617-A9F2-CF26-888D4D48E988}"/>
              </a:ext>
            </a:extLst>
          </p:cNvPr>
          <p:cNvSpPr>
            <a:spLocks noGrp="1"/>
          </p:cNvSpPr>
          <p:nvPr>
            <p:ph type="ftr" sz="quarter" idx="11"/>
          </p:nvPr>
        </p:nvSpPr>
        <p:spPr/>
        <p:txBody>
          <a:bodyPr/>
          <a:lstStyle/>
          <a:p>
            <a:pPr>
              <a:defRPr/>
            </a:pPr>
            <a:r>
              <a:rPr lang="en-US"/>
              <a:t>Date of Presentation                                  </a:t>
            </a:r>
          </a:p>
        </p:txBody>
      </p:sp>
      <p:sp>
        <p:nvSpPr>
          <p:cNvPr id="6" name="Slide Number Placeholder 5">
            <a:extLst>
              <a:ext uri="{FF2B5EF4-FFF2-40B4-BE49-F238E27FC236}">
                <a16:creationId xmlns:a16="http://schemas.microsoft.com/office/drawing/2014/main" id="{645D83F6-0D2B-F3FB-1586-8C5937E08870}"/>
              </a:ext>
            </a:extLst>
          </p:cNvPr>
          <p:cNvSpPr>
            <a:spLocks noGrp="1"/>
          </p:cNvSpPr>
          <p:nvPr>
            <p:ph type="sldNum" sz="quarter" idx="12"/>
          </p:nvPr>
        </p:nvSpPr>
        <p:spPr/>
        <p:txBody>
          <a:bodyPr/>
          <a:lstStyle/>
          <a:p>
            <a:pPr>
              <a:defRPr/>
            </a:pPr>
            <a:fld id="{4594A235-1F08-4EFC-8C24-5D81829F00D8}" type="slidenum">
              <a:rPr lang="en-US" altLang="en-US" smtClean="0"/>
              <a:pPr>
                <a:defRPr/>
              </a:pPr>
              <a:t>‹#›</a:t>
            </a:fld>
            <a:endParaRPr lang="en-US" altLang="en-US"/>
          </a:p>
        </p:txBody>
      </p:sp>
    </p:spTree>
    <p:extLst>
      <p:ext uri="{BB962C8B-B14F-4D97-AF65-F5344CB8AC3E}">
        <p14:creationId xmlns:p14="http://schemas.microsoft.com/office/powerpoint/2010/main" val="2480930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6E12BE-8FC7-EC61-7CE2-DBDE2166045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7AFBA5-4A81-1C33-05B7-7C6D356B7B3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C010B8-7BB4-CFAF-6136-32571E0A903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79A7C5A-6416-4EB9-AABB-99890EBD0BEB}" type="datetimeFigureOut">
              <a:rPr lang="en-US" smtClean="0"/>
              <a:t>9/14/2023</a:t>
            </a:fld>
            <a:endParaRPr lang="en-US"/>
          </a:p>
        </p:txBody>
      </p:sp>
      <p:sp>
        <p:nvSpPr>
          <p:cNvPr id="5" name="Footer Placeholder 4">
            <a:extLst>
              <a:ext uri="{FF2B5EF4-FFF2-40B4-BE49-F238E27FC236}">
                <a16:creationId xmlns:a16="http://schemas.microsoft.com/office/drawing/2014/main" id="{BDB14B63-3224-C555-DAF5-26E624DA4E7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Date of Presentation                                  </a:t>
            </a:r>
          </a:p>
        </p:txBody>
      </p:sp>
      <p:sp>
        <p:nvSpPr>
          <p:cNvPr id="6" name="Slide Number Placeholder 5">
            <a:extLst>
              <a:ext uri="{FF2B5EF4-FFF2-40B4-BE49-F238E27FC236}">
                <a16:creationId xmlns:a16="http://schemas.microsoft.com/office/drawing/2014/main" id="{28B21416-5BA7-E006-FEF9-D1A93468ECA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74DD828-4E64-4457-ABEB-4E3F34D44FEF}" type="slidenum">
              <a:rPr lang="en-US" altLang="en-US" smtClean="0"/>
              <a:pPr>
                <a:defRPr/>
              </a:pPr>
              <a:t>‹#›</a:t>
            </a:fld>
            <a:endParaRPr lang="en-US" altLang="en-US"/>
          </a:p>
        </p:txBody>
      </p:sp>
    </p:spTree>
    <p:extLst>
      <p:ext uri="{BB962C8B-B14F-4D97-AF65-F5344CB8AC3E}">
        <p14:creationId xmlns:p14="http://schemas.microsoft.com/office/powerpoint/2010/main" val="1712093202"/>
      </p:ext>
    </p:extLst>
  </p:cSld>
  <p:clrMap bg1="lt1" tx1="dk1" bg2="lt2" tx2="dk2" accent1="accent1" accent2="accent2" accent3="accent3" accent4="accent4" accent5="accent5" accent6="accent6" hlink="hlink" folHlink="folHlink"/>
  <p:sldLayoutIdLst>
    <p:sldLayoutId id="2147484065" r:id="rId1"/>
    <p:sldLayoutId id="2147484066" r:id="rId2"/>
    <p:sldLayoutId id="2147484067" r:id="rId3"/>
    <p:sldLayoutId id="2147484068" r:id="rId4"/>
    <p:sldLayoutId id="2147484069" r:id="rId5"/>
    <p:sldLayoutId id="2147484070" r:id="rId6"/>
    <p:sldLayoutId id="2147484071" r:id="rId7"/>
    <p:sldLayoutId id="2147484072" r:id="rId8"/>
    <p:sldLayoutId id="2147484073" r:id="rId9"/>
    <p:sldLayoutId id="2147484074" r:id="rId10"/>
    <p:sldLayoutId id="2147484075"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kiddohealth.in/vaccination-schedule" TargetMode="External"/><Relationship Id="rId2" Type="http://schemas.openxmlformats.org/officeDocument/2006/relationships/hyperlink" Target="https://www.apollocradle.com/vaccination/vaccination-schedule-and-the-diseases-they-protect-agains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147DBA1-1567-868B-B980-DAA8CE8FD0B7}"/>
              </a:ext>
            </a:extLst>
          </p:cNvPr>
          <p:cNvSpPr>
            <a:spLocks noGrp="1"/>
          </p:cNvSpPr>
          <p:nvPr>
            <p:ph type="ctrTitle"/>
          </p:nvPr>
        </p:nvSpPr>
        <p:spPr>
          <a:xfrm>
            <a:off x="685800" y="0"/>
            <a:ext cx="7772400" cy="1830388"/>
          </a:xfrm>
        </p:spPr>
        <p:txBody>
          <a:bodyPr/>
          <a:lstStyle/>
          <a:p>
            <a:pPr eaLnBrk="1" hangingPunct="1"/>
            <a:r>
              <a:rPr lang="en-US" altLang="en-US" sz="2800" dirty="0"/>
              <a:t>Mini Project –Semester V</a:t>
            </a:r>
            <a:br>
              <a:rPr lang="en-US" altLang="en-US" sz="2800" dirty="0"/>
            </a:br>
            <a:r>
              <a:rPr lang="en-US" altLang="en-US" sz="2800" dirty="0"/>
              <a:t>Internal Presentation </a:t>
            </a:r>
            <a:br>
              <a:rPr lang="en-US" altLang="en-US" sz="2800" dirty="0"/>
            </a:br>
            <a:r>
              <a:rPr lang="en-US" altLang="en-US" sz="2000" dirty="0"/>
              <a:t>Part - 1</a:t>
            </a:r>
          </a:p>
        </p:txBody>
      </p:sp>
      <p:sp>
        <p:nvSpPr>
          <p:cNvPr id="14339" name="Subtitle 2">
            <a:extLst>
              <a:ext uri="{FF2B5EF4-FFF2-40B4-BE49-F238E27FC236}">
                <a16:creationId xmlns:a16="http://schemas.microsoft.com/office/drawing/2014/main" id="{BF26BB8E-C78F-FC00-4DB4-02862E59D1D4}"/>
              </a:ext>
            </a:extLst>
          </p:cNvPr>
          <p:cNvSpPr>
            <a:spLocks noGrp="1"/>
          </p:cNvSpPr>
          <p:nvPr>
            <p:ph type="subTitle" idx="1"/>
          </p:nvPr>
        </p:nvSpPr>
        <p:spPr>
          <a:xfrm>
            <a:off x="152400" y="2710058"/>
            <a:ext cx="8839200" cy="2036763"/>
          </a:xfrm>
        </p:spPr>
        <p:txBody>
          <a:bodyPr>
            <a:normAutofit fontScale="85000" lnSpcReduction="20000"/>
          </a:bodyPr>
          <a:lstStyle/>
          <a:p>
            <a:pPr eaLnBrk="1" hangingPunct="1"/>
            <a:r>
              <a:rPr lang="en-US" altLang="en-US" sz="2400" dirty="0">
                <a:solidFill>
                  <a:schemeClr val="tx1"/>
                </a:solidFill>
              </a:rPr>
              <a:t>by </a:t>
            </a:r>
          </a:p>
          <a:p>
            <a:pPr eaLnBrk="1" hangingPunct="1"/>
            <a:r>
              <a:rPr lang="en-US" altLang="en-US" sz="2400" dirty="0">
                <a:solidFill>
                  <a:schemeClr val="tx1"/>
                </a:solidFill>
              </a:rPr>
              <a:t>   Amit Kumar		</a:t>
            </a:r>
            <a:r>
              <a:rPr lang="en-US" altLang="en-US" sz="2400" dirty="0" err="1">
                <a:solidFill>
                  <a:schemeClr val="tx1"/>
                </a:solidFill>
              </a:rPr>
              <a:t>Amsa</a:t>
            </a:r>
            <a:r>
              <a:rPr lang="en-US" altLang="en-US" sz="2400" dirty="0">
                <a:solidFill>
                  <a:schemeClr val="tx1"/>
                </a:solidFill>
              </a:rPr>
              <a:t> </a:t>
            </a:r>
            <a:r>
              <a:rPr lang="en-US" altLang="en-US" sz="2400" dirty="0" err="1">
                <a:solidFill>
                  <a:schemeClr val="tx1"/>
                </a:solidFill>
              </a:rPr>
              <a:t>Konar</a:t>
            </a:r>
            <a:r>
              <a:rPr lang="en-US" altLang="en-US" sz="2400" dirty="0">
                <a:solidFill>
                  <a:schemeClr val="tx1"/>
                </a:solidFill>
              </a:rPr>
              <a:t>		Arnab Samanta</a:t>
            </a:r>
          </a:p>
          <a:p>
            <a:pPr eaLnBrk="1" hangingPunct="1"/>
            <a:r>
              <a:rPr lang="en-US" altLang="en-US" sz="1800" dirty="0">
                <a:solidFill>
                  <a:schemeClr val="tx1"/>
                </a:solidFill>
              </a:rPr>
              <a:t>121A3004         	          121A3005		              121A3007</a:t>
            </a:r>
          </a:p>
          <a:p>
            <a:pPr eaLnBrk="1" hangingPunct="1"/>
            <a:r>
              <a:rPr lang="en-US" altLang="en-US" sz="2400" dirty="0">
                <a:solidFill>
                  <a:schemeClr val="tx1"/>
                </a:solidFill>
              </a:rPr>
              <a:t>Prerna Mumbaikar</a:t>
            </a:r>
          </a:p>
          <a:p>
            <a:pPr eaLnBrk="1" hangingPunct="1"/>
            <a:r>
              <a:rPr lang="en-US" altLang="en-US" sz="1800" dirty="0">
                <a:solidFill>
                  <a:schemeClr val="tx1"/>
                </a:solidFill>
              </a:rPr>
              <a:t>121A3029</a:t>
            </a:r>
          </a:p>
          <a:p>
            <a:pPr algn="l" eaLnBrk="1" hangingPunct="1"/>
            <a:endParaRPr lang="en-US" altLang="en-US" sz="1800" dirty="0">
              <a:solidFill>
                <a:schemeClr val="tx1"/>
              </a:solidFill>
            </a:endParaRPr>
          </a:p>
          <a:p>
            <a:pPr algn="l" eaLnBrk="1" hangingPunct="1"/>
            <a:r>
              <a:rPr lang="en-US" altLang="en-US" sz="1800" dirty="0">
                <a:solidFill>
                  <a:schemeClr val="tx1"/>
                </a:solidFill>
              </a:rPr>
              <a:t>	</a:t>
            </a:r>
          </a:p>
        </p:txBody>
      </p:sp>
      <p:sp>
        <p:nvSpPr>
          <p:cNvPr id="14340" name="TextBox 4">
            <a:extLst>
              <a:ext uri="{FF2B5EF4-FFF2-40B4-BE49-F238E27FC236}">
                <a16:creationId xmlns:a16="http://schemas.microsoft.com/office/drawing/2014/main" id="{50D61A52-C8A3-23E6-B95A-E116512973B0}"/>
              </a:ext>
            </a:extLst>
          </p:cNvPr>
          <p:cNvSpPr txBox="1">
            <a:spLocks noChangeArrowheads="1"/>
          </p:cNvSpPr>
          <p:nvPr/>
        </p:nvSpPr>
        <p:spPr bwMode="auto">
          <a:xfrm>
            <a:off x="304800" y="5867400"/>
            <a:ext cx="853440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FontTx/>
              <a:buNone/>
            </a:pPr>
            <a:r>
              <a:rPr lang="en-US" altLang="en-US" sz="2000" dirty="0"/>
              <a:t>Department of Information Technology</a:t>
            </a:r>
          </a:p>
          <a:p>
            <a:pPr algn="ctr" eaLnBrk="1" hangingPunct="1">
              <a:spcBef>
                <a:spcPct val="0"/>
              </a:spcBef>
              <a:buFontTx/>
              <a:buNone/>
            </a:pPr>
            <a:r>
              <a:rPr lang="en-US" altLang="en-US" sz="2200" dirty="0"/>
              <a:t>SIES Graduate School of Technology,  Nerul</a:t>
            </a:r>
          </a:p>
        </p:txBody>
      </p:sp>
      <p:pic>
        <p:nvPicPr>
          <p:cNvPr id="14341" name="Picture 7" descr="Image result for sies gst logo">
            <a:extLst>
              <a:ext uri="{FF2B5EF4-FFF2-40B4-BE49-F238E27FC236}">
                <a16:creationId xmlns:a16="http://schemas.microsoft.com/office/drawing/2014/main" id="{E531132D-72A2-2AAC-6DBF-68B10564D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9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Subtitle 2">
            <a:extLst>
              <a:ext uri="{FF2B5EF4-FFF2-40B4-BE49-F238E27FC236}">
                <a16:creationId xmlns:a16="http://schemas.microsoft.com/office/drawing/2014/main" id="{F95C6922-24C8-99F5-01C5-92EFD179B190}"/>
              </a:ext>
            </a:extLst>
          </p:cNvPr>
          <p:cNvSpPr txBox="1">
            <a:spLocks/>
          </p:cNvSpPr>
          <p:nvPr/>
        </p:nvSpPr>
        <p:spPr bwMode="auto">
          <a:xfrm>
            <a:off x="609600" y="1905000"/>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buFont typeface="Arial" panose="020B0604020202020204" pitchFamily="34" charset="0"/>
              <a:buNone/>
            </a:pPr>
            <a:r>
              <a:rPr lang="en-US" altLang="en-US" sz="2800" b="1" dirty="0"/>
              <a:t>ONLINE CHILD VACCINATION BOOKING</a:t>
            </a:r>
          </a:p>
          <a:p>
            <a:pPr eaLnBrk="1" hangingPunct="1">
              <a:buFont typeface="Arial" panose="020B0604020202020204" pitchFamily="34" charset="0"/>
              <a:buNone/>
            </a:pPr>
            <a:endParaRPr lang="en-US" altLang="en-US" sz="2400" dirty="0"/>
          </a:p>
          <a:p>
            <a:pPr eaLnBrk="1" hangingPunct="1">
              <a:buFont typeface="Arial" panose="020B0604020202020204" pitchFamily="34" charset="0"/>
              <a:buNone/>
            </a:pPr>
            <a:r>
              <a:rPr lang="en-US" altLang="en-US" sz="2400" dirty="0"/>
              <a:t>	</a:t>
            </a:r>
          </a:p>
        </p:txBody>
      </p:sp>
      <p:sp>
        <p:nvSpPr>
          <p:cNvPr id="14343" name="Subtitle 2">
            <a:extLst>
              <a:ext uri="{FF2B5EF4-FFF2-40B4-BE49-F238E27FC236}">
                <a16:creationId xmlns:a16="http://schemas.microsoft.com/office/drawing/2014/main" id="{816EC468-6F5F-7F4D-EBC2-42D7DE055613}"/>
              </a:ext>
            </a:extLst>
          </p:cNvPr>
          <p:cNvSpPr txBox="1">
            <a:spLocks/>
          </p:cNvSpPr>
          <p:nvPr/>
        </p:nvSpPr>
        <p:spPr bwMode="auto">
          <a:xfrm>
            <a:off x="709760" y="4951804"/>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buFont typeface="Arial" panose="020B0604020202020204" pitchFamily="34" charset="0"/>
              <a:buNone/>
            </a:pPr>
            <a:r>
              <a:rPr lang="en-US" altLang="en-US" sz="2000" dirty="0"/>
              <a:t>Under the guidance of</a:t>
            </a:r>
          </a:p>
          <a:p>
            <a:pPr algn="ctr" eaLnBrk="1" hangingPunct="1">
              <a:buFont typeface="Arial" panose="020B0604020202020204" pitchFamily="34" charset="0"/>
              <a:buNone/>
            </a:pPr>
            <a:r>
              <a:rPr lang="en-US" altLang="en-US" sz="2400" dirty="0"/>
              <a:t>Prof. Savita </a:t>
            </a:r>
            <a:r>
              <a:rPr lang="en-US" altLang="en-US" sz="2400" dirty="0" err="1"/>
              <a:t>Lohiya</a:t>
            </a:r>
            <a:r>
              <a:rPr lang="en-US" altLang="en-US" sz="1800"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73" name="Rectangle 15373">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5" name="Rectangle 15375">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2" name="Title 1">
            <a:extLst>
              <a:ext uri="{FF2B5EF4-FFF2-40B4-BE49-F238E27FC236}">
                <a16:creationId xmlns:a16="http://schemas.microsoft.com/office/drawing/2014/main" id="{B0FD98DA-63E9-D1B7-B5AF-AB78B08EED32}"/>
              </a:ext>
            </a:extLst>
          </p:cNvPr>
          <p:cNvSpPr>
            <a:spLocks noGrp="1"/>
          </p:cNvSpPr>
          <p:nvPr>
            <p:ph type="title"/>
          </p:nvPr>
        </p:nvSpPr>
        <p:spPr>
          <a:xfrm>
            <a:off x="1113934" y="151824"/>
            <a:ext cx="7372350" cy="1325880"/>
          </a:xfrm>
        </p:spPr>
        <p:txBody>
          <a:bodyPr anchor="b">
            <a:normAutofit/>
          </a:bodyPr>
          <a:lstStyle/>
          <a:p>
            <a:pPr marL="514350" indent="-514350" algn="ctr" eaLnBrk="1" hangingPunct="1"/>
            <a:r>
              <a:rPr lang="en-US" altLang="en-US" sz="3100" dirty="0">
                <a:solidFill>
                  <a:schemeClr val="tx2"/>
                </a:solidFill>
              </a:rPr>
              <a:t>Introduction </a:t>
            </a:r>
          </a:p>
        </p:txBody>
      </p:sp>
      <p:grpSp>
        <p:nvGrpSpPr>
          <p:cNvPr id="15377" name="Group 15377">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 y="-1"/>
            <a:ext cx="2521551" cy="2522848"/>
            <a:chOff x="-305" y="-1"/>
            <a:chExt cx="3832880" cy="2876136"/>
          </a:xfrm>
        </p:grpSpPr>
        <p:sp>
          <p:nvSpPr>
            <p:cNvPr id="15379" name="Freeform: Shape 15378">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83" name="Freeform: Shape 15379">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81" name="Freeform: Shape 15380">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89" name="Freeform: Shape 15381">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369" name="Picture 9" descr="Vaccines">
            <a:extLst>
              <a:ext uri="{FF2B5EF4-FFF2-40B4-BE49-F238E27FC236}">
                <a16:creationId xmlns:a16="http://schemas.microsoft.com/office/drawing/2014/main" id="{3F8A3BB9-309A-EC97-BE5E-4AE7E15039D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8600" y="3109038"/>
            <a:ext cx="3505200" cy="2091568"/>
          </a:xfrm>
          <a:prstGeom prst="rect">
            <a:avLst/>
          </a:prstGeom>
          <a:noFill/>
          <a:extLst>
            <a:ext uri="{909E8E84-426E-40DD-AFC4-6F175D3DCCD1}">
              <a14:hiddenFill xmlns:a14="http://schemas.microsoft.com/office/drawing/2010/main">
                <a:solidFill>
                  <a:srgbClr val="FFFFFF"/>
                </a:solidFill>
              </a14:hiddenFill>
            </a:ext>
          </a:extLst>
        </p:spPr>
      </p:pic>
      <p:sp>
        <p:nvSpPr>
          <p:cNvPr id="15363" name="Content Placeholder 1">
            <a:extLst>
              <a:ext uri="{FF2B5EF4-FFF2-40B4-BE49-F238E27FC236}">
                <a16:creationId xmlns:a16="http://schemas.microsoft.com/office/drawing/2014/main" id="{FE71A989-1E30-5369-1FE0-A2A53812FD5E}"/>
              </a:ext>
            </a:extLst>
          </p:cNvPr>
          <p:cNvSpPr>
            <a:spLocks noGrp="1"/>
          </p:cNvSpPr>
          <p:nvPr>
            <p:ph idx="1"/>
          </p:nvPr>
        </p:nvSpPr>
        <p:spPr>
          <a:xfrm>
            <a:off x="3839520" y="1828800"/>
            <a:ext cx="4847280" cy="4267200"/>
          </a:xfrm>
        </p:spPr>
        <p:txBody>
          <a:bodyPr anchor="ctr">
            <a:normAutofit lnSpcReduction="10000"/>
          </a:bodyPr>
          <a:lstStyle/>
          <a:p>
            <a:r>
              <a:rPr lang="en-US" sz="1800" dirty="0">
                <a:solidFill>
                  <a:schemeClr val="tx2"/>
                </a:solidFill>
              </a:rPr>
              <a:t>In a world where health and safety have taken center stage, ensuring timely and convenient access to vaccinations for children is paramount.</a:t>
            </a:r>
          </a:p>
          <a:p>
            <a:pPr marL="0" indent="0">
              <a:buNone/>
            </a:pPr>
            <a:r>
              <a:rPr lang="en-US" sz="1800" dirty="0">
                <a:solidFill>
                  <a:schemeClr val="tx2"/>
                </a:solidFill>
              </a:rPr>
              <a:t> </a:t>
            </a:r>
          </a:p>
          <a:p>
            <a:r>
              <a:rPr lang="en-US" sz="1800" dirty="0">
                <a:solidFill>
                  <a:schemeClr val="tx2"/>
                </a:solidFill>
              </a:rPr>
              <a:t>The "Child Online Vaccination Booking Project" is a visionary initiative designed to streamline the process of scheduling and managing vaccinations for children, making it hassle-free for parents and caregivers. </a:t>
            </a:r>
          </a:p>
          <a:p>
            <a:pPr marL="0" indent="0">
              <a:buNone/>
            </a:pPr>
            <a:endParaRPr lang="en-US" sz="1800" dirty="0">
              <a:solidFill>
                <a:schemeClr val="tx2"/>
              </a:solidFill>
            </a:endParaRPr>
          </a:p>
          <a:p>
            <a:r>
              <a:rPr lang="en-US" sz="1800" dirty="0">
                <a:solidFill>
                  <a:schemeClr val="tx2"/>
                </a:solidFill>
              </a:rPr>
              <a:t>This project harnesses the power of technology to create a user-friendly platform that simplifies the entire vaccination experience.</a:t>
            </a:r>
            <a:br>
              <a:rPr lang="en-US" sz="1200" dirty="0">
                <a:solidFill>
                  <a:schemeClr val="tx2"/>
                </a:solidFill>
              </a:rPr>
            </a:br>
            <a:endParaRPr lang="en-US" altLang="en-US" sz="1200" dirty="0">
              <a:solidFill>
                <a:schemeClr val="tx2"/>
              </a:solidFill>
            </a:endParaRPr>
          </a:p>
          <a:p>
            <a:pPr marL="514350" indent="-514350" eaLnBrk="1" hangingPunct="1">
              <a:buFont typeface="Arial" panose="020B0604020202020204" pitchFamily="34" charset="0"/>
              <a:buNone/>
            </a:pPr>
            <a:r>
              <a:rPr lang="en-US" altLang="en-US" sz="1200" dirty="0">
                <a:solidFill>
                  <a:schemeClr val="tx2"/>
                </a:solidFill>
              </a:rPr>
              <a:t>         </a:t>
            </a:r>
          </a:p>
        </p:txBody>
      </p:sp>
      <p:sp>
        <p:nvSpPr>
          <p:cNvPr id="12" name="Footer Placeholder 11">
            <a:extLst>
              <a:ext uri="{FF2B5EF4-FFF2-40B4-BE49-F238E27FC236}">
                <a16:creationId xmlns:a16="http://schemas.microsoft.com/office/drawing/2014/main" id="{81225674-24D7-106F-6B32-E014C63BCCFF}"/>
              </a:ext>
            </a:extLst>
          </p:cNvPr>
          <p:cNvSpPr>
            <a:spLocks noGrp="1"/>
          </p:cNvSpPr>
          <p:nvPr>
            <p:ph type="ftr" sz="quarter" idx="11"/>
          </p:nvPr>
        </p:nvSpPr>
        <p:spPr>
          <a:xfrm>
            <a:off x="3028950" y="6356350"/>
            <a:ext cx="3086100" cy="365125"/>
          </a:xfrm>
        </p:spPr>
        <p:txBody>
          <a:bodyPr>
            <a:normAutofit/>
          </a:bodyPr>
          <a:lstStyle/>
          <a:p>
            <a:pPr>
              <a:spcAft>
                <a:spcPts val="600"/>
              </a:spcAft>
              <a:defRPr/>
            </a:pPr>
            <a:r>
              <a:rPr lang="en-US"/>
              <a:t>Date of Presentation                                  </a:t>
            </a:r>
          </a:p>
        </p:txBody>
      </p:sp>
      <p:sp>
        <p:nvSpPr>
          <p:cNvPr id="15365" name="Slide Number Placeholder 10">
            <a:extLst>
              <a:ext uri="{FF2B5EF4-FFF2-40B4-BE49-F238E27FC236}">
                <a16:creationId xmlns:a16="http://schemas.microsoft.com/office/drawing/2014/main" id="{F0E77CF5-4F74-97F6-4686-A29F1D80E54D}"/>
              </a:ext>
            </a:extLst>
          </p:cNvPr>
          <p:cNvSpPr>
            <a:spLocks noGrp="1" noChangeArrowheads="1"/>
          </p:cNvSpPr>
          <p:nvPr>
            <p:ph type="sldNum" sz="quarter" idx="12"/>
          </p:nvPr>
        </p:nvSpPr>
        <p:spPr bwMode="auto">
          <a:xfrm>
            <a:off x="6457950" y="6356350"/>
            <a:ext cx="2057400" cy="365125"/>
          </a:xfrm>
          <a:prstGeom prst="ellipse">
            <a:avLst/>
          </a:prstGeom>
          <a:extLs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cs typeface="Times New Roman" panose="02020603050405020304" pitchFamily="18" charset="0"/>
              </a:defRPr>
            </a:lvl9pPr>
          </a:lstStyle>
          <a:p>
            <a:pPr>
              <a:lnSpc>
                <a:spcPct val="90000"/>
              </a:lnSpc>
              <a:spcBef>
                <a:spcPct val="0"/>
              </a:spcBef>
              <a:spcAft>
                <a:spcPts val="600"/>
              </a:spcAft>
              <a:buFontTx/>
              <a:buNone/>
            </a:pPr>
            <a:fld id="{97298C5F-F07A-41BC-9ACF-62018778CD5B}" type="slidenum">
              <a:rPr lang="en-US" altLang="en-US" sz="1000" smtClean="0">
                <a:latin typeface="Calibri" panose="020F0502020204030204" pitchFamily="34" charset="0"/>
                <a:cs typeface="Arial" panose="020B0604020202020204" pitchFamily="34" charset="0"/>
              </a:rPr>
              <a:pPr>
                <a:lnSpc>
                  <a:spcPct val="90000"/>
                </a:lnSpc>
                <a:spcBef>
                  <a:spcPct val="0"/>
                </a:spcBef>
                <a:spcAft>
                  <a:spcPts val="600"/>
                </a:spcAft>
                <a:buFontTx/>
                <a:buNone/>
              </a:pPr>
              <a:t>2</a:t>
            </a:fld>
            <a:endParaRPr lang="en-US" altLang="en-US" sz="1000">
              <a:latin typeface="Calibri" panose="020F0502020204030204" pitchFamily="34" charset="0"/>
              <a:cs typeface="Arial" panose="020B0604020202020204" pitchFamily="34" charset="0"/>
            </a:endParaRPr>
          </a:p>
        </p:txBody>
      </p:sp>
      <p:grpSp>
        <p:nvGrpSpPr>
          <p:cNvPr id="15390" name="Group 15383">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7370569" y="5084569"/>
            <a:ext cx="2151670" cy="1395192"/>
            <a:chOff x="-305" y="-4155"/>
            <a:chExt cx="2514948" cy="2174333"/>
          </a:xfrm>
        </p:grpSpPr>
        <p:sp>
          <p:nvSpPr>
            <p:cNvPr id="15385" name="Freeform: Shape 15384">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91" name="Freeform: Shape 15385">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93" name="Freeform: Shape 15386">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5388" name="Freeform: Shape 15387">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5367" name="Picture 7" descr="Image result for sies gst logo">
            <a:extLst>
              <a:ext uri="{FF2B5EF4-FFF2-40B4-BE49-F238E27FC236}">
                <a16:creationId xmlns:a16="http://schemas.microsoft.com/office/drawing/2014/main" id="{19C9C268-131D-2F29-4DB3-967BBB2384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0"/>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ooter Placeholder 3">
            <a:extLst>
              <a:ext uri="{FF2B5EF4-FFF2-40B4-BE49-F238E27FC236}">
                <a16:creationId xmlns:a16="http://schemas.microsoft.com/office/drawing/2014/main" id="{F8A0559F-6DB6-B222-A161-1437BA08F26B}"/>
              </a:ext>
            </a:extLst>
          </p:cNvPr>
          <p:cNvSpPr txBox="1">
            <a:spLocks/>
          </p:cNvSpPr>
          <p:nvPr/>
        </p:nvSpPr>
        <p:spPr>
          <a:xfrm>
            <a:off x="1219200" y="7543800"/>
            <a:ext cx="2895600" cy="365125"/>
          </a:xfrm>
          <a:prstGeom prst="rect">
            <a:avLst/>
          </a:prstGeom>
        </p:spPr>
        <p:txBody>
          <a:bodyPr anchor="ctr"/>
          <a:lstStyle/>
          <a:p>
            <a:pPr algn="ctr" eaLnBrk="1" fontAlgn="auto" hangingPunct="1">
              <a:spcBef>
                <a:spcPts val="0"/>
              </a:spcBef>
              <a:spcAft>
                <a:spcPts val="600"/>
              </a:spcAft>
              <a:defRPr/>
            </a:pPr>
            <a:r>
              <a:rPr lang="en-US" sz="1200">
                <a:solidFill>
                  <a:schemeClr val="tx1">
                    <a:tint val="75000"/>
                  </a:schemeClr>
                </a:solidFill>
                <a:latin typeface="+mn-lt"/>
                <a:cs typeface="+mn-cs"/>
              </a:rPr>
              <a:t>Project Title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90D8B3-4A08-29A2-BCC1-3BD713EEB8D1}"/>
              </a:ext>
            </a:extLst>
          </p:cNvPr>
          <p:cNvSpPr>
            <a:spLocks noGrp="1"/>
          </p:cNvSpPr>
          <p:nvPr>
            <p:ph type="title"/>
          </p:nvPr>
        </p:nvSpPr>
        <p:spPr>
          <a:xfrm>
            <a:off x="2362200" y="538288"/>
            <a:ext cx="7886700" cy="1325563"/>
          </a:xfrm>
        </p:spPr>
        <p:txBody>
          <a:bodyPr vert="horz" lIns="91440" tIns="45720" rIns="91440" bIns="45720" rtlCol="0">
            <a:normAutofit/>
          </a:bodyPr>
          <a:lstStyle/>
          <a:p>
            <a:pPr eaLnBrk="1" hangingPunct="1"/>
            <a:r>
              <a:rPr lang="en-US" altLang="en-US" sz="4300" kern="1200"/>
              <a:t>Literature survey</a:t>
            </a:r>
            <a:br>
              <a:rPr lang="en-US" sz="4300" kern="1200">
                <a:latin typeface="+mj-lt"/>
                <a:ea typeface="+mj-ea"/>
                <a:cs typeface="+mj-cs"/>
              </a:rPr>
            </a:br>
            <a:endParaRPr lang="en-US" sz="4300" kern="1200">
              <a:latin typeface="+mj-lt"/>
              <a:ea typeface="+mj-ea"/>
              <a:cs typeface="+mj-cs"/>
            </a:endParaRPr>
          </a:p>
        </p:txBody>
      </p:sp>
      <p:sp>
        <p:nvSpPr>
          <p:cNvPr id="18"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 name="connsiteX0" fmla="*/ 0 w 7818120"/>
              <a:gd name="connsiteY0" fmla="*/ 0 h 18288"/>
              <a:gd name="connsiteX1" fmla="*/ 573329 w 7818120"/>
              <a:gd name="connsiteY1" fmla="*/ 0 h 18288"/>
              <a:gd name="connsiteX2" fmla="*/ 990295 w 7818120"/>
              <a:gd name="connsiteY2" fmla="*/ 0 h 18288"/>
              <a:gd name="connsiteX3" fmla="*/ 1394232 w 7818120"/>
              <a:gd name="connsiteY3" fmla="*/ 0 h 18288"/>
              <a:gd name="connsiteX4" fmla="*/ 1798168 w 7818120"/>
              <a:gd name="connsiteY4" fmla="*/ 0 h 18288"/>
              <a:gd name="connsiteX5" fmla="*/ 2371496 w 7818120"/>
              <a:gd name="connsiteY5" fmla="*/ 0 h 18288"/>
              <a:gd name="connsiteX6" fmla="*/ 2944825 w 7818120"/>
              <a:gd name="connsiteY6" fmla="*/ 0 h 18288"/>
              <a:gd name="connsiteX7" fmla="*/ 3752698 w 7818120"/>
              <a:gd name="connsiteY7" fmla="*/ 0 h 18288"/>
              <a:gd name="connsiteX8" fmla="*/ 4247845 w 7818120"/>
              <a:gd name="connsiteY8" fmla="*/ 0 h 18288"/>
              <a:gd name="connsiteX9" fmla="*/ 5055718 w 7818120"/>
              <a:gd name="connsiteY9" fmla="*/ 0 h 18288"/>
              <a:gd name="connsiteX10" fmla="*/ 5863590 w 7818120"/>
              <a:gd name="connsiteY10" fmla="*/ 0 h 18288"/>
              <a:gd name="connsiteX11" fmla="*/ 6515100 w 7818120"/>
              <a:gd name="connsiteY11" fmla="*/ 0 h 18288"/>
              <a:gd name="connsiteX12" fmla="*/ 7818120 w 7818120"/>
              <a:gd name="connsiteY12" fmla="*/ 0 h 18288"/>
              <a:gd name="connsiteX13" fmla="*/ 7818120 w 7818120"/>
              <a:gd name="connsiteY13" fmla="*/ 18288 h 18288"/>
              <a:gd name="connsiteX14" fmla="*/ 7401154 w 7818120"/>
              <a:gd name="connsiteY14" fmla="*/ 18288 h 18288"/>
              <a:gd name="connsiteX15" fmla="*/ 6593281 w 7818120"/>
              <a:gd name="connsiteY15" fmla="*/ 18288 h 18288"/>
              <a:gd name="connsiteX16" fmla="*/ 6098134 w 7818120"/>
              <a:gd name="connsiteY16" fmla="*/ 18288 h 18288"/>
              <a:gd name="connsiteX17" fmla="*/ 5446624 w 7818120"/>
              <a:gd name="connsiteY17" fmla="*/ 18288 h 18288"/>
              <a:gd name="connsiteX18" fmla="*/ 4638751 w 7818120"/>
              <a:gd name="connsiteY18" fmla="*/ 18288 h 18288"/>
              <a:gd name="connsiteX19" fmla="*/ 3987241 w 7818120"/>
              <a:gd name="connsiteY19" fmla="*/ 18288 h 18288"/>
              <a:gd name="connsiteX20" fmla="*/ 3570275 w 7818120"/>
              <a:gd name="connsiteY20" fmla="*/ 18288 h 18288"/>
              <a:gd name="connsiteX21" fmla="*/ 3075127 w 7818120"/>
              <a:gd name="connsiteY21" fmla="*/ 18288 h 18288"/>
              <a:gd name="connsiteX22" fmla="*/ 2267255 w 7818120"/>
              <a:gd name="connsiteY22" fmla="*/ 18288 h 18288"/>
              <a:gd name="connsiteX23" fmla="*/ 1615745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01002" y="-20048"/>
                  <a:pt x="215808" y="13837"/>
                  <a:pt x="416966" y="0"/>
                </a:cubicBezTo>
                <a:cubicBezTo>
                  <a:pt x="573264" y="9422"/>
                  <a:pt x="897859" y="4188"/>
                  <a:pt x="1146658" y="0"/>
                </a:cubicBezTo>
                <a:cubicBezTo>
                  <a:pt x="1409722" y="12227"/>
                  <a:pt x="1377475" y="-3286"/>
                  <a:pt x="1563624" y="0"/>
                </a:cubicBezTo>
                <a:cubicBezTo>
                  <a:pt x="1758084" y="11330"/>
                  <a:pt x="1967746" y="-7403"/>
                  <a:pt x="2136953" y="0"/>
                </a:cubicBezTo>
                <a:cubicBezTo>
                  <a:pt x="2354826" y="-5751"/>
                  <a:pt x="2687014" y="20029"/>
                  <a:pt x="2944825" y="0"/>
                </a:cubicBezTo>
                <a:cubicBezTo>
                  <a:pt x="3238848" y="15226"/>
                  <a:pt x="3415761" y="33925"/>
                  <a:pt x="3596335" y="0"/>
                </a:cubicBezTo>
                <a:cubicBezTo>
                  <a:pt x="3815108" y="13362"/>
                  <a:pt x="3972448" y="-68797"/>
                  <a:pt x="4326026" y="0"/>
                </a:cubicBezTo>
                <a:cubicBezTo>
                  <a:pt x="4638028" y="39995"/>
                  <a:pt x="4794473" y="211"/>
                  <a:pt x="4899355" y="0"/>
                </a:cubicBezTo>
                <a:cubicBezTo>
                  <a:pt x="5037170" y="-13296"/>
                  <a:pt x="5289722" y="-48609"/>
                  <a:pt x="5550865" y="0"/>
                </a:cubicBezTo>
                <a:cubicBezTo>
                  <a:pt x="5740088" y="19163"/>
                  <a:pt x="6143605" y="-29909"/>
                  <a:pt x="6358738" y="0"/>
                </a:cubicBezTo>
                <a:cubicBezTo>
                  <a:pt x="6556443" y="18955"/>
                  <a:pt x="6741581" y="-22634"/>
                  <a:pt x="6853885" y="0"/>
                </a:cubicBezTo>
                <a:cubicBezTo>
                  <a:pt x="6996029" y="20497"/>
                  <a:pt x="7453286" y="6658"/>
                  <a:pt x="7818120" y="0"/>
                </a:cubicBezTo>
                <a:cubicBezTo>
                  <a:pt x="7817552" y="7862"/>
                  <a:pt x="7817901" y="13269"/>
                  <a:pt x="7818120" y="18288"/>
                </a:cubicBezTo>
                <a:cubicBezTo>
                  <a:pt x="7701883" y="-33961"/>
                  <a:pt x="7395843" y="8437"/>
                  <a:pt x="7244791" y="18288"/>
                </a:cubicBezTo>
                <a:cubicBezTo>
                  <a:pt x="7088282" y="14407"/>
                  <a:pt x="6958165" y="20902"/>
                  <a:pt x="6827825" y="18288"/>
                </a:cubicBezTo>
                <a:cubicBezTo>
                  <a:pt x="6715653" y="-2805"/>
                  <a:pt x="6356779" y="33124"/>
                  <a:pt x="6176315" y="18288"/>
                </a:cubicBezTo>
                <a:cubicBezTo>
                  <a:pt x="6015867" y="-5301"/>
                  <a:pt x="5852369" y="-275"/>
                  <a:pt x="5681167" y="18288"/>
                </a:cubicBezTo>
                <a:cubicBezTo>
                  <a:pt x="5508002" y="48742"/>
                  <a:pt x="5304989" y="-7247"/>
                  <a:pt x="5029657" y="18288"/>
                </a:cubicBezTo>
                <a:cubicBezTo>
                  <a:pt x="4760375" y="46790"/>
                  <a:pt x="4637400" y="35678"/>
                  <a:pt x="4378147" y="18288"/>
                </a:cubicBezTo>
                <a:cubicBezTo>
                  <a:pt x="4094943" y="8043"/>
                  <a:pt x="4037303" y="27568"/>
                  <a:pt x="3726637" y="18288"/>
                </a:cubicBezTo>
                <a:cubicBezTo>
                  <a:pt x="3400340" y="-2459"/>
                  <a:pt x="3320728" y="61058"/>
                  <a:pt x="3075127" y="18288"/>
                </a:cubicBezTo>
                <a:cubicBezTo>
                  <a:pt x="2809301" y="-25757"/>
                  <a:pt x="2702630" y="16477"/>
                  <a:pt x="2501798" y="18288"/>
                </a:cubicBezTo>
                <a:cubicBezTo>
                  <a:pt x="2308686" y="20751"/>
                  <a:pt x="2079466" y="5550"/>
                  <a:pt x="1772107" y="18288"/>
                </a:cubicBezTo>
                <a:cubicBezTo>
                  <a:pt x="1420202" y="47064"/>
                  <a:pt x="1431765" y="28913"/>
                  <a:pt x="1120597" y="18288"/>
                </a:cubicBezTo>
                <a:cubicBezTo>
                  <a:pt x="791266" y="31607"/>
                  <a:pt x="235945" y="82322"/>
                  <a:pt x="0" y="18288"/>
                </a:cubicBezTo>
                <a:cubicBezTo>
                  <a:pt x="-589" y="13471"/>
                  <a:pt x="-474" y="7409"/>
                  <a:pt x="0" y="0"/>
                </a:cubicBezTo>
                <a:close/>
              </a:path>
              <a:path w="7818120" h="18288" stroke="0" extrusionOk="0">
                <a:moveTo>
                  <a:pt x="0" y="0"/>
                </a:moveTo>
                <a:cubicBezTo>
                  <a:pt x="161767" y="-7030"/>
                  <a:pt x="286873" y="-11228"/>
                  <a:pt x="573329" y="0"/>
                </a:cubicBezTo>
                <a:cubicBezTo>
                  <a:pt x="860952" y="-8429"/>
                  <a:pt x="823968" y="-2420"/>
                  <a:pt x="990295" y="0"/>
                </a:cubicBezTo>
                <a:cubicBezTo>
                  <a:pt x="1144921" y="-13846"/>
                  <a:pt x="1288801" y="10931"/>
                  <a:pt x="1394232" y="0"/>
                </a:cubicBezTo>
                <a:cubicBezTo>
                  <a:pt x="1499663" y="-10931"/>
                  <a:pt x="1677634" y="10318"/>
                  <a:pt x="1798168" y="0"/>
                </a:cubicBezTo>
                <a:cubicBezTo>
                  <a:pt x="2021167" y="5465"/>
                  <a:pt x="2087775" y="-15972"/>
                  <a:pt x="2371496" y="0"/>
                </a:cubicBezTo>
                <a:cubicBezTo>
                  <a:pt x="2646084" y="3640"/>
                  <a:pt x="2709294" y="-15431"/>
                  <a:pt x="2944825" y="0"/>
                </a:cubicBezTo>
                <a:cubicBezTo>
                  <a:pt x="3182104" y="39801"/>
                  <a:pt x="3563508" y="7189"/>
                  <a:pt x="3752698" y="0"/>
                </a:cubicBezTo>
                <a:cubicBezTo>
                  <a:pt x="4004713" y="-51688"/>
                  <a:pt x="4111759" y="8465"/>
                  <a:pt x="4247845" y="0"/>
                </a:cubicBezTo>
                <a:cubicBezTo>
                  <a:pt x="4409051" y="-38636"/>
                  <a:pt x="4840912" y="-6880"/>
                  <a:pt x="5055718" y="0"/>
                </a:cubicBezTo>
                <a:cubicBezTo>
                  <a:pt x="5318987" y="12828"/>
                  <a:pt x="5464207" y="16349"/>
                  <a:pt x="5863590" y="0"/>
                </a:cubicBezTo>
                <a:cubicBezTo>
                  <a:pt x="6258188" y="21536"/>
                  <a:pt x="6373895" y="-20866"/>
                  <a:pt x="6515100" y="0"/>
                </a:cubicBezTo>
                <a:cubicBezTo>
                  <a:pt x="6673199" y="-42487"/>
                  <a:pt x="7368245" y="-124798"/>
                  <a:pt x="7818120" y="0"/>
                </a:cubicBezTo>
                <a:cubicBezTo>
                  <a:pt x="7818163" y="8895"/>
                  <a:pt x="7818750" y="9828"/>
                  <a:pt x="7818120" y="18288"/>
                </a:cubicBezTo>
                <a:cubicBezTo>
                  <a:pt x="7615777" y="-1071"/>
                  <a:pt x="7527543" y="-5750"/>
                  <a:pt x="7401154" y="18288"/>
                </a:cubicBezTo>
                <a:cubicBezTo>
                  <a:pt x="7322611" y="47896"/>
                  <a:pt x="6964426" y="-24966"/>
                  <a:pt x="6593281" y="18288"/>
                </a:cubicBezTo>
                <a:cubicBezTo>
                  <a:pt x="6260055" y="33833"/>
                  <a:pt x="6287545" y="-3963"/>
                  <a:pt x="6098134" y="18288"/>
                </a:cubicBezTo>
                <a:cubicBezTo>
                  <a:pt x="5900337" y="14995"/>
                  <a:pt x="5605990" y="72621"/>
                  <a:pt x="5446624" y="18288"/>
                </a:cubicBezTo>
                <a:cubicBezTo>
                  <a:pt x="5244167" y="-23104"/>
                  <a:pt x="4914971" y="-34358"/>
                  <a:pt x="4638751" y="18288"/>
                </a:cubicBezTo>
                <a:cubicBezTo>
                  <a:pt x="4353273" y="8380"/>
                  <a:pt x="4297533" y="13876"/>
                  <a:pt x="3987241" y="18288"/>
                </a:cubicBezTo>
                <a:cubicBezTo>
                  <a:pt x="3687723" y="41876"/>
                  <a:pt x="3776181" y="30039"/>
                  <a:pt x="3570275" y="18288"/>
                </a:cubicBezTo>
                <a:cubicBezTo>
                  <a:pt x="3396160" y="10249"/>
                  <a:pt x="3285909" y="48310"/>
                  <a:pt x="3075127" y="18288"/>
                </a:cubicBezTo>
                <a:cubicBezTo>
                  <a:pt x="2869474" y="41512"/>
                  <a:pt x="2676329" y="4972"/>
                  <a:pt x="2267255" y="18288"/>
                </a:cubicBezTo>
                <a:cubicBezTo>
                  <a:pt x="1866401" y="24532"/>
                  <a:pt x="1882987" y="25696"/>
                  <a:pt x="1615745" y="18288"/>
                </a:cubicBezTo>
                <a:cubicBezTo>
                  <a:pt x="1346085" y="13379"/>
                  <a:pt x="1323312" y="12392"/>
                  <a:pt x="1120597" y="18288"/>
                </a:cubicBezTo>
                <a:cubicBezTo>
                  <a:pt x="940237" y="-60975"/>
                  <a:pt x="569386" y="27591"/>
                  <a:pt x="0" y="18288"/>
                </a:cubicBezTo>
                <a:cubicBezTo>
                  <a:pt x="1751" y="14440"/>
                  <a:pt x="-1272" y="7740"/>
                  <a:pt x="0" y="0"/>
                </a:cubicBezTo>
                <a:close/>
              </a:path>
              <a:path w="7818120" h="18288" fill="none" stroke="0" extrusionOk="0">
                <a:moveTo>
                  <a:pt x="0" y="0"/>
                </a:moveTo>
                <a:cubicBezTo>
                  <a:pt x="102311" y="-24031"/>
                  <a:pt x="206428" y="20084"/>
                  <a:pt x="416966" y="0"/>
                </a:cubicBezTo>
                <a:cubicBezTo>
                  <a:pt x="662339" y="-9883"/>
                  <a:pt x="833564" y="-11910"/>
                  <a:pt x="1146658" y="0"/>
                </a:cubicBezTo>
                <a:cubicBezTo>
                  <a:pt x="1398993" y="16754"/>
                  <a:pt x="1378239" y="-4997"/>
                  <a:pt x="1563624" y="0"/>
                </a:cubicBezTo>
                <a:cubicBezTo>
                  <a:pt x="1738265" y="3015"/>
                  <a:pt x="2006667" y="23864"/>
                  <a:pt x="2136953" y="0"/>
                </a:cubicBezTo>
                <a:cubicBezTo>
                  <a:pt x="2338524" y="-3063"/>
                  <a:pt x="2693378" y="-15904"/>
                  <a:pt x="2944825" y="0"/>
                </a:cubicBezTo>
                <a:cubicBezTo>
                  <a:pt x="3201439" y="-13695"/>
                  <a:pt x="3379198" y="46243"/>
                  <a:pt x="3596335" y="0"/>
                </a:cubicBezTo>
                <a:cubicBezTo>
                  <a:pt x="3778868" y="-61549"/>
                  <a:pt x="3979469" y="3461"/>
                  <a:pt x="4326026" y="0"/>
                </a:cubicBezTo>
                <a:cubicBezTo>
                  <a:pt x="4670641" y="40397"/>
                  <a:pt x="4801160" y="2093"/>
                  <a:pt x="4899355" y="0"/>
                </a:cubicBezTo>
                <a:cubicBezTo>
                  <a:pt x="4972821" y="-4221"/>
                  <a:pt x="5326959" y="8892"/>
                  <a:pt x="5550865" y="0"/>
                </a:cubicBezTo>
                <a:cubicBezTo>
                  <a:pt x="5793178" y="12267"/>
                  <a:pt x="6146346" y="-4531"/>
                  <a:pt x="6358738" y="0"/>
                </a:cubicBezTo>
                <a:cubicBezTo>
                  <a:pt x="6580825" y="49349"/>
                  <a:pt x="6739467" y="13524"/>
                  <a:pt x="6853885" y="0"/>
                </a:cubicBezTo>
                <a:cubicBezTo>
                  <a:pt x="7057243" y="-60557"/>
                  <a:pt x="7415107" y="-58698"/>
                  <a:pt x="7818120" y="0"/>
                </a:cubicBezTo>
                <a:cubicBezTo>
                  <a:pt x="7817705" y="7748"/>
                  <a:pt x="7817189" y="13015"/>
                  <a:pt x="7818120" y="18288"/>
                </a:cubicBezTo>
                <a:cubicBezTo>
                  <a:pt x="7693944" y="-3615"/>
                  <a:pt x="7376376" y="-6677"/>
                  <a:pt x="7244791" y="18288"/>
                </a:cubicBezTo>
                <a:cubicBezTo>
                  <a:pt x="7100086" y="-5717"/>
                  <a:pt x="6942350" y="35421"/>
                  <a:pt x="6827825" y="18288"/>
                </a:cubicBezTo>
                <a:cubicBezTo>
                  <a:pt x="6691364" y="27873"/>
                  <a:pt x="6342432" y="37332"/>
                  <a:pt x="6176315" y="18288"/>
                </a:cubicBezTo>
                <a:cubicBezTo>
                  <a:pt x="6012850" y="28657"/>
                  <a:pt x="5862979" y="-980"/>
                  <a:pt x="5681167" y="18288"/>
                </a:cubicBezTo>
                <a:cubicBezTo>
                  <a:pt x="5485624" y="71662"/>
                  <a:pt x="5295851" y="1288"/>
                  <a:pt x="5029657" y="18288"/>
                </a:cubicBezTo>
                <a:cubicBezTo>
                  <a:pt x="4753680" y="49046"/>
                  <a:pt x="4640335" y="38506"/>
                  <a:pt x="4378147" y="18288"/>
                </a:cubicBezTo>
                <a:cubicBezTo>
                  <a:pt x="4103046" y="-4537"/>
                  <a:pt x="4022480" y="43848"/>
                  <a:pt x="3726637" y="18288"/>
                </a:cubicBezTo>
                <a:cubicBezTo>
                  <a:pt x="3429109" y="3476"/>
                  <a:pt x="3316488" y="61415"/>
                  <a:pt x="3075127" y="18288"/>
                </a:cubicBezTo>
                <a:cubicBezTo>
                  <a:pt x="2821014" y="6093"/>
                  <a:pt x="2665050" y="-11263"/>
                  <a:pt x="2501798" y="18288"/>
                </a:cubicBezTo>
                <a:cubicBezTo>
                  <a:pt x="2343345" y="29394"/>
                  <a:pt x="2120041" y="-50427"/>
                  <a:pt x="1772107" y="18288"/>
                </a:cubicBezTo>
                <a:cubicBezTo>
                  <a:pt x="1424078" y="50665"/>
                  <a:pt x="1427418" y="32572"/>
                  <a:pt x="1120597" y="18288"/>
                </a:cubicBezTo>
                <a:cubicBezTo>
                  <a:pt x="796486" y="45938"/>
                  <a:pt x="243712" y="47798"/>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5AA43307-934A-FAD3-3E58-F8CA16E4F908}"/>
              </a:ext>
            </a:extLst>
          </p:cNvPr>
          <p:cNvSpPr>
            <a:spLocks noGrp="1"/>
          </p:cNvSpPr>
          <p:nvPr>
            <p:ph type="ftr" sz="quarter" idx="11"/>
          </p:nvPr>
        </p:nvSpPr>
        <p:spPr>
          <a:xfrm>
            <a:off x="3028950" y="6356350"/>
            <a:ext cx="3086100" cy="365125"/>
          </a:xfrm>
        </p:spPr>
        <p:txBody>
          <a:bodyPr vert="horz" lIns="91440" tIns="45720" rIns="91440" bIns="45720" rtlCol="0">
            <a:normAutofit/>
          </a:bodyPr>
          <a:lstStyle/>
          <a:p>
            <a:pPr>
              <a:spcAft>
                <a:spcPts val="600"/>
              </a:spcAft>
              <a:defRPr/>
            </a:pPr>
            <a:r>
              <a:rPr lang="en-US" kern="1200">
                <a:latin typeface="+mn-lt"/>
                <a:ea typeface="+mn-ea"/>
                <a:cs typeface="+mn-cs"/>
              </a:rPr>
              <a:t>Date of Presentation                                  </a:t>
            </a:r>
          </a:p>
        </p:txBody>
      </p:sp>
      <p:sp>
        <p:nvSpPr>
          <p:cNvPr id="5" name="Slide Number Placeholder 4">
            <a:extLst>
              <a:ext uri="{FF2B5EF4-FFF2-40B4-BE49-F238E27FC236}">
                <a16:creationId xmlns:a16="http://schemas.microsoft.com/office/drawing/2014/main" id="{E9DCD804-D28D-18B1-E0A2-3966F943698C}"/>
              </a:ext>
            </a:extLst>
          </p:cNvPr>
          <p:cNvSpPr>
            <a:spLocks noGrp="1"/>
          </p:cNvSpPr>
          <p:nvPr>
            <p:ph type="sldNum" sz="quarter" idx="12"/>
          </p:nvPr>
        </p:nvSpPr>
        <p:spPr>
          <a:xfrm>
            <a:off x="6457950" y="6356350"/>
            <a:ext cx="2057400" cy="365125"/>
          </a:xfrm>
        </p:spPr>
        <p:txBody>
          <a:bodyPr vert="horz" lIns="91440" tIns="45720" rIns="91440" bIns="45720" rtlCol="0">
            <a:normAutofit/>
          </a:bodyPr>
          <a:lstStyle/>
          <a:p>
            <a:pPr>
              <a:spcAft>
                <a:spcPts val="600"/>
              </a:spcAft>
              <a:defRPr/>
            </a:pPr>
            <a:fld id="{7322B5B1-5614-41AD-88EA-8FBBEA596142}" type="slidenum">
              <a:rPr lang="en-US" altLang="en-US">
                <a:latin typeface="+mn-lt"/>
                <a:cs typeface="+mn-cs"/>
              </a:rPr>
              <a:pPr>
                <a:spcAft>
                  <a:spcPts val="600"/>
                </a:spcAft>
                <a:defRPr/>
              </a:pPr>
              <a:t>3</a:t>
            </a:fld>
            <a:endParaRPr lang="en-US" altLang="en-US">
              <a:latin typeface="+mn-lt"/>
              <a:cs typeface="+mn-cs"/>
            </a:endParaRPr>
          </a:p>
        </p:txBody>
      </p:sp>
      <p:pic>
        <p:nvPicPr>
          <p:cNvPr id="3" name="Picture 7" descr="Image result for sies gst logo">
            <a:extLst>
              <a:ext uri="{FF2B5EF4-FFF2-40B4-BE49-F238E27FC236}">
                <a16:creationId xmlns:a16="http://schemas.microsoft.com/office/drawing/2014/main" id="{67321FA9-7B35-1F20-B079-D094AC8F62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9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Content Placeholder 10">
            <a:extLst>
              <a:ext uri="{FF2B5EF4-FFF2-40B4-BE49-F238E27FC236}">
                <a16:creationId xmlns:a16="http://schemas.microsoft.com/office/drawing/2014/main" id="{A054C98D-8734-8084-8FBD-954C65A6DB10}"/>
              </a:ext>
            </a:extLst>
          </p:cNvPr>
          <p:cNvGraphicFramePr>
            <a:graphicFrameLocks noGrp="1"/>
          </p:cNvGraphicFramePr>
          <p:nvPr>
            <p:ph idx="1"/>
            <p:extLst>
              <p:ext uri="{D42A27DB-BD31-4B8C-83A1-F6EECF244321}">
                <p14:modId xmlns:p14="http://schemas.microsoft.com/office/powerpoint/2010/main" val="2205348226"/>
              </p:ext>
            </p:extLst>
          </p:nvPr>
        </p:nvGraphicFramePr>
        <p:xfrm>
          <a:off x="628650" y="2356577"/>
          <a:ext cx="7886702" cy="3691899"/>
        </p:xfrm>
        <a:graphic>
          <a:graphicData uri="http://schemas.openxmlformats.org/drawingml/2006/table">
            <a:tbl>
              <a:tblPr firstRow="1" bandRow="1">
                <a:noFill/>
              </a:tblPr>
              <a:tblGrid>
                <a:gridCol w="2654503">
                  <a:extLst>
                    <a:ext uri="{9D8B030D-6E8A-4147-A177-3AD203B41FA5}">
                      <a16:colId xmlns:a16="http://schemas.microsoft.com/office/drawing/2014/main" val="374062456"/>
                    </a:ext>
                  </a:extLst>
                </a:gridCol>
                <a:gridCol w="1080441">
                  <a:extLst>
                    <a:ext uri="{9D8B030D-6E8A-4147-A177-3AD203B41FA5}">
                      <a16:colId xmlns:a16="http://schemas.microsoft.com/office/drawing/2014/main" val="3931117402"/>
                    </a:ext>
                  </a:extLst>
                </a:gridCol>
                <a:gridCol w="909554">
                  <a:extLst>
                    <a:ext uri="{9D8B030D-6E8A-4147-A177-3AD203B41FA5}">
                      <a16:colId xmlns:a16="http://schemas.microsoft.com/office/drawing/2014/main" val="4221206625"/>
                    </a:ext>
                  </a:extLst>
                </a:gridCol>
                <a:gridCol w="3242204">
                  <a:extLst>
                    <a:ext uri="{9D8B030D-6E8A-4147-A177-3AD203B41FA5}">
                      <a16:colId xmlns:a16="http://schemas.microsoft.com/office/drawing/2014/main" val="2900262264"/>
                    </a:ext>
                  </a:extLst>
                </a:gridCol>
              </a:tblGrid>
              <a:tr h="351501">
                <a:tc>
                  <a:txBody>
                    <a:bodyPr/>
                    <a:lstStyle/>
                    <a:p>
                      <a:pPr algn="ctr" fontAlgn="b"/>
                      <a:r>
                        <a:rPr lang="en-US" sz="1800" b="1" cap="none" spc="0">
                          <a:solidFill>
                            <a:schemeClr val="tx1"/>
                          </a:solidFill>
                          <a:effectLst/>
                          <a:latin typeface="Times New Roman" panose="02020603050405020304" pitchFamily="18" charset="0"/>
                          <a:cs typeface="Times New Roman" panose="02020603050405020304" pitchFamily="18" charset="0"/>
                        </a:rPr>
                        <a:t>Study Title</a:t>
                      </a:r>
                    </a:p>
                  </a:txBody>
                  <a:tcPr marL="15670" marR="1992" marT="4477" marB="3357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1" cap="none" spc="0">
                          <a:solidFill>
                            <a:schemeClr val="tx1"/>
                          </a:solidFill>
                          <a:effectLst/>
                          <a:latin typeface="Times New Roman" panose="02020603050405020304" pitchFamily="18" charset="0"/>
                          <a:cs typeface="Times New Roman" panose="02020603050405020304" pitchFamily="18" charset="0"/>
                        </a:rPr>
                        <a:t>Authors</a:t>
                      </a:r>
                    </a:p>
                  </a:txBody>
                  <a:tcPr marL="15670" marR="1992" marT="4477" marB="3357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1" cap="none" spc="0">
                          <a:solidFill>
                            <a:schemeClr val="tx1"/>
                          </a:solidFill>
                          <a:effectLst/>
                          <a:latin typeface="Times New Roman" panose="02020603050405020304" pitchFamily="18" charset="0"/>
                          <a:cs typeface="Times New Roman" panose="02020603050405020304" pitchFamily="18" charset="0"/>
                        </a:rPr>
                        <a:t>Year</a:t>
                      </a:r>
                    </a:p>
                  </a:txBody>
                  <a:tcPr marL="15670" marR="1992" marT="4477" marB="3357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en-US" sz="1800" b="1" cap="none" spc="0">
                          <a:solidFill>
                            <a:schemeClr val="tx1"/>
                          </a:solidFill>
                          <a:effectLst/>
                          <a:latin typeface="Times New Roman" panose="02020603050405020304" pitchFamily="18" charset="0"/>
                          <a:cs typeface="Times New Roman" panose="02020603050405020304" pitchFamily="18" charset="0"/>
                        </a:rPr>
                        <a:t>Key Findings</a:t>
                      </a:r>
                    </a:p>
                  </a:txBody>
                  <a:tcPr marL="15670" marR="1992" marT="4477" marB="33577"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2038082"/>
                  </a:ext>
                </a:extLst>
              </a:tr>
              <a:tr h="519418">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"Impact of Online Appointment Systems on Healthcare Access"</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Smith, J. et al.</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2018</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 Online appointment systems significantly reduce waiting times.</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454847"/>
                  </a:ext>
                </a:extLst>
              </a:tr>
              <a:tr h="519418">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 Improved patient satisfaction with online booking options.</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10514113"/>
                  </a:ext>
                </a:extLst>
              </a:tr>
              <a:tr h="519418">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"Digital Health and Vaccination Scheduling: A Review"</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Brown, A. et al.</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2020</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 Digital health tools have the potential to enhance vaccination scheduling.</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0847026"/>
                  </a:ext>
                </a:extLst>
              </a:tr>
              <a:tr h="519418">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 Emphasizes the importance of data security and privacy in online systems.</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568448"/>
                  </a:ext>
                </a:extLst>
              </a:tr>
              <a:tr h="519418">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"Evaluating the Impact of Reminder Systems on Vaccine Uptake"</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Garcia, M. et al.</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2019</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 Reminder systems, such as SMS and email, improve vaccine adherence rates.</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7826352"/>
                  </a:ext>
                </a:extLst>
              </a:tr>
              <a:tr h="743308">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fontAlgn="base"/>
                      <a:endParaRPr lang="en-US" sz="1100" cap="none" spc="0" dirty="0">
                        <a:solidFill>
                          <a:schemeClr val="tx1"/>
                        </a:solidFill>
                        <a:effectLst/>
                      </a:endParaRPr>
                    </a:p>
                  </a:txBody>
                  <a:tcPr marL="31557" marR="4013" marT="9016" marB="676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fontAlgn="base"/>
                      <a:r>
                        <a:rPr lang="en-US" sz="1500" cap="none" spc="0">
                          <a:solidFill>
                            <a:schemeClr val="tx1"/>
                          </a:solidFill>
                          <a:effectLst/>
                          <a:latin typeface="Times New Roman" panose="02020603050405020304" pitchFamily="18" charset="0"/>
                          <a:cs typeface="Times New Roman" panose="02020603050405020304" pitchFamily="18" charset="0"/>
                        </a:rPr>
                        <a:t>- Timely reminders positively influence parents' decisions to vaccinate their children.</a:t>
                      </a:r>
                    </a:p>
                  </a:txBody>
                  <a:tcPr marL="15670" marR="1992" marT="4477" marB="335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1373629"/>
                  </a:ext>
                </a:extLst>
              </a:tr>
            </a:tbl>
          </a:graphicData>
        </a:graphic>
      </p:graphicFrame>
    </p:spTree>
    <p:extLst>
      <p:ext uri="{BB962C8B-B14F-4D97-AF65-F5344CB8AC3E}">
        <p14:creationId xmlns:p14="http://schemas.microsoft.com/office/powerpoint/2010/main" val="1308394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FE1F1-7147-BC7C-2438-B464D90863E2}"/>
              </a:ext>
            </a:extLst>
          </p:cNvPr>
          <p:cNvSpPr>
            <a:spLocks noGrp="1"/>
          </p:cNvSpPr>
          <p:nvPr>
            <p:ph type="title"/>
          </p:nvPr>
        </p:nvSpPr>
        <p:spPr>
          <a:xfrm>
            <a:off x="916359" y="755916"/>
            <a:ext cx="7372350" cy="1325880"/>
          </a:xfrm>
        </p:spPr>
        <p:txBody>
          <a:bodyPr anchor="b">
            <a:normAutofit/>
          </a:bodyPr>
          <a:lstStyle/>
          <a:p>
            <a:r>
              <a:rPr lang="en-US" altLang="en-US" sz="3100" dirty="0">
                <a:solidFill>
                  <a:schemeClr val="tx2"/>
                </a:solidFill>
              </a:rPr>
              <a:t>Existing system</a:t>
            </a:r>
            <a:br>
              <a:rPr lang="en-US" altLang="en-US" sz="3100" dirty="0">
                <a:solidFill>
                  <a:schemeClr val="tx2"/>
                </a:solidFill>
              </a:rPr>
            </a:br>
            <a:endParaRPr lang="en-US" sz="3100" dirty="0">
              <a:solidFill>
                <a:schemeClr val="tx2"/>
              </a:solidFill>
            </a:endParaRPr>
          </a:p>
        </p:txBody>
      </p:sp>
      <p:sp>
        <p:nvSpPr>
          <p:cNvPr id="36" name="Content Placeholder 2">
            <a:extLst>
              <a:ext uri="{FF2B5EF4-FFF2-40B4-BE49-F238E27FC236}">
                <a16:creationId xmlns:a16="http://schemas.microsoft.com/office/drawing/2014/main" id="{9670C779-CB49-3859-E507-643EE9F5EEB7}"/>
              </a:ext>
            </a:extLst>
          </p:cNvPr>
          <p:cNvSpPr>
            <a:spLocks noGrp="1"/>
          </p:cNvSpPr>
          <p:nvPr>
            <p:ph idx="1"/>
          </p:nvPr>
        </p:nvSpPr>
        <p:spPr>
          <a:xfrm>
            <a:off x="457200" y="2273377"/>
            <a:ext cx="5451195" cy="3707804"/>
          </a:xfrm>
        </p:spPr>
        <p:txBody>
          <a:bodyPr anchor="ctr">
            <a:normAutofit/>
          </a:bodyPr>
          <a:lstStyle/>
          <a:p>
            <a:pPr marL="0" indent="0">
              <a:buNone/>
            </a:pPr>
            <a:r>
              <a:rPr lang="en-US" sz="1800" dirty="0">
                <a:solidFill>
                  <a:schemeClr val="tx2"/>
                </a:solidFill>
              </a:rPr>
              <a:t>1</a:t>
            </a:r>
            <a:r>
              <a:rPr lang="en-US" sz="2000" dirty="0">
                <a:solidFill>
                  <a:schemeClr val="tx2"/>
                </a:solidFill>
              </a:rPr>
              <a:t>. Kiddo Health:</a:t>
            </a:r>
          </a:p>
          <a:p>
            <a:r>
              <a:rPr lang="en-US" sz="2000" dirty="0">
                <a:solidFill>
                  <a:schemeClr val="tx2"/>
                </a:solidFill>
              </a:rPr>
              <a:t>This provides details about vaccinations according to their age.</a:t>
            </a:r>
          </a:p>
          <a:p>
            <a:r>
              <a:rPr lang="en-US" sz="2000" dirty="0">
                <a:solidFill>
                  <a:schemeClr val="tx2"/>
                </a:solidFill>
              </a:rPr>
              <a:t>But do not provide online vaccination booking.</a:t>
            </a:r>
          </a:p>
          <a:p>
            <a:pPr marL="0" lvl="0" indent="0" rtl="0">
              <a:spcBef>
                <a:spcPts val="640"/>
              </a:spcBef>
              <a:spcAft>
                <a:spcPts val="0"/>
              </a:spcAft>
              <a:buClr>
                <a:schemeClr val="dk1"/>
              </a:buClr>
              <a:buSzPts val="3200"/>
              <a:buNone/>
            </a:pPr>
            <a:r>
              <a:rPr lang="en-US" sz="2000" dirty="0">
                <a:solidFill>
                  <a:schemeClr val="tx2"/>
                </a:solidFill>
              </a:rPr>
              <a:t>2. Apollo Cradle:</a:t>
            </a:r>
          </a:p>
          <a:p>
            <a:pPr marL="450850" indent="-285750">
              <a:spcBef>
                <a:spcPts val="640"/>
              </a:spcBef>
              <a:spcAft>
                <a:spcPts val="0"/>
              </a:spcAft>
              <a:buSzPts val="1000"/>
            </a:pPr>
            <a:r>
              <a:rPr lang="en-US" sz="2000" dirty="0">
                <a:solidFill>
                  <a:schemeClr val="tx2"/>
                </a:solidFill>
              </a:rPr>
              <a:t>This website is for pregnant </a:t>
            </a:r>
            <a:r>
              <a:rPr lang="en-US" sz="2000" dirty="0" err="1">
                <a:solidFill>
                  <a:schemeClr val="tx2"/>
                </a:solidFill>
              </a:rPr>
              <a:t>womens</a:t>
            </a:r>
            <a:r>
              <a:rPr lang="en-US" sz="2000" dirty="0">
                <a:solidFill>
                  <a:schemeClr val="tx2"/>
                </a:solidFill>
              </a:rPr>
              <a:t>.</a:t>
            </a:r>
          </a:p>
          <a:p>
            <a:pPr marL="450850" indent="-285750">
              <a:spcBef>
                <a:spcPts val="0"/>
              </a:spcBef>
              <a:spcAft>
                <a:spcPts val="0"/>
              </a:spcAft>
              <a:buSzPts val="1000"/>
            </a:pPr>
            <a:r>
              <a:rPr lang="en-US" sz="2000" dirty="0">
                <a:solidFill>
                  <a:schemeClr val="tx2"/>
                </a:solidFill>
              </a:rPr>
              <a:t>It also provide children vaccination details but this site also does not provide vaccination bookings.</a:t>
            </a:r>
          </a:p>
          <a:p>
            <a:pPr marL="0" indent="0">
              <a:buNone/>
            </a:pPr>
            <a:endParaRPr lang="en-US" sz="1600" dirty="0">
              <a:solidFill>
                <a:schemeClr val="tx2"/>
              </a:solidFill>
            </a:endParaRPr>
          </a:p>
        </p:txBody>
      </p:sp>
      <p:sp>
        <p:nvSpPr>
          <p:cNvPr id="4" name="Footer Placeholder 3">
            <a:extLst>
              <a:ext uri="{FF2B5EF4-FFF2-40B4-BE49-F238E27FC236}">
                <a16:creationId xmlns:a16="http://schemas.microsoft.com/office/drawing/2014/main" id="{80883A3B-01B9-DA5D-EAC9-E3EDBF451503}"/>
              </a:ext>
            </a:extLst>
          </p:cNvPr>
          <p:cNvSpPr>
            <a:spLocks noGrp="1"/>
          </p:cNvSpPr>
          <p:nvPr>
            <p:ph type="ftr" sz="quarter" idx="11"/>
          </p:nvPr>
        </p:nvSpPr>
        <p:spPr/>
        <p:txBody>
          <a:bodyPr>
            <a:normAutofit/>
          </a:bodyPr>
          <a:lstStyle/>
          <a:p>
            <a:pPr>
              <a:spcAft>
                <a:spcPts val="600"/>
              </a:spcAft>
              <a:defRPr/>
            </a:pPr>
            <a:r>
              <a:rPr lang="en-US"/>
              <a:t>Date of Presentation                                  </a:t>
            </a:r>
          </a:p>
        </p:txBody>
      </p:sp>
      <p:sp>
        <p:nvSpPr>
          <p:cNvPr id="5" name="Slide Number Placeholder 4">
            <a:extLst>
              <a:ext uri="{FF2B5EF4-FFF2-40B4-BE49-F238E27FC236}">
                <a16:creationId xmlns:a16="http://schemas.microsoft.com/office/drawing/2014/main" id="{C080B72A-3FA5-BA2F-FEE7-3C6101CC06F5}"/>
              </a:ext>
            </a:extLst>
          </p:cNvPr>
          <p:cNvSpPr>
            <a:spLocks noGrp="1"/>
          </p:cNvSpPr>
          <p:nvPr>
            <p:ph type="sldNum" sz="quarter" idx="12"/>
          </p:nvPr>
        </p:nvSpPr>
        <p:spPr/>
        <p:txBody>
          <a:bodyPr>
            <a:normAutofit/>
          </a:bodyPr>
          <a:lstStyle/>
          <a:p>
            <a:pPr>
              <a:spcAft>
                <a:spcPts val="600"/>
              </a:spcAft>
              <a:defRPr/>
            </a:pPr>
            <a:fld id="{7322B5B1-5614-41AD-88EA-8FBBEA596142}" type="slidenum">
              <a:rPr lang="en-US" altLang="en-US"/>
              <a:pPr>
                <a:spcAft>
                  <a:spcPts val="600"/>
                </a:spcAft>
                <a:defRPr/>
              </a:pPr>
              <a:t>4</a:t>
            </a:fld>
            <a:endParaRPr lang="en-US" altLang="en-US"/>
          </a:p>
        </p:txBody>
      </p:sp>
      <p:pic>
        <p:nvPicPr>
          <p:cNvPr id="50" name="Graphic 49" descr="Needle">
            <a:extLst>
              <a:ext uri="{FF2B5EF4-FFF2-40B4-BE49-F238E27FC236}">
                <a16:creationId xmlns:a16="http://schemas.microsoft.com/office/drawing/2014/main" id="{CA2ECCFF-87D8-75EE-56B6-948E55B098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23594" y="1881335"/>
            <a:ext cx="3217333" cy="3217333"/>
          </a:xfrm>
          <a:prstGeom prst="rect">
            <a:avLst/>
          </a:prstGeom>
        </p:spPr>
      </p:pic>
      <p:pic>
        <p:nvPicPr>
          <p:cNvPr id="6" name="Picture 7" descr="Image result for sies gst logo">
            <a:extLst>
              <a:ext uri="{FF2B5EF4-FFF2-40B4-BE49-F238E27FC236}">
                <a16:creationId xmlns:a16="http://schemas.microsoft.com/office/drawing/2014/main" id="{DFFF4C66-6B08-34E7-15D4-39B9FC7422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49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1976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672" y="-8167"/>
            <a:ext cx="3625552" cy="2488150"/>
            <a:chOff x="6867015" y="-1"/>
            <a:chExt cx="5324985" cy="3251912"/>
          </a:xfrm>
          <a:solidFill>
            <a:schemeClr val="bg1">
              <a:alpha val="30000"/>
            </a:schemeClr>
          </a:solidFill>
        </p:grpSpPr>
        <p:sp>
          <p:nvSpPr>
            <p:cNvPr id="31" name="Freeform: Shape 30">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A8375E7-68B6-F9B6-C80D-4B91EB9FBB3D}"/>
              </a:ext>
            </a:extLst>
          </p:cNvPr>
          <p:cNvSpPr>
            <a:spLocks noGrp="1"/>
          </p:cNvSpPr>
          <p:nvPr>
            <p:ph type="title"/>
          </p:nvPr>
        </p:nvSpPr>
        <p:spPr>
          <a:xfrm>
            <a:off x="3276600" y="538899"/>
            <a:ext cx="4316022" cy="1837349"/>
          </a:xfrm>
        </p:spPr>
        <p:txBody>
          <a:bodyPr>
            <a:normAutofit/>
          </a:bodyPr>
          <a:lstStyle/>
          <a:p>
            <a:pPr algn="ctr"/>
            <a:r>
              <a:rPr lang="en-US" altLang="en-US" sz="3200" b="1" dirty="0">
                <a:solidFill>
                  <a:schemeClr val="tx2"/>
                </a:solidFill>
              </a:rPr>
              <a:t>Problem definition</a:t>
            </a:r>
            <a:br>
              <a:rPr lang="en-US" altLang="en-US" sz="3100" dirty="0">
                <a:solidFill>
                  <a:schemeClr val="tx2"/>
                </a:solidFill>
              </a:rPr>
            </a:br>
            <a:endParaRPr lang="en-US" sz="3100" dirty="0">
              <a:solidFill>
                <a:schemeClr val="tx2"/>
              </a:solidFill>
            </a:endParaRPr>
          </a:p>
        </p:txBody>
      </p:sp>
      <p:sp>
        <p:nvSpPr>
          <p:cNvPr id="3" name="Content Placeholder 2">
            <a:extLst>
              <a:ext uri="{FF2B5EF4-FFF2-40B4-BE49-F238E27FC236}">
                <a16:creationId xmlns:a16="http://schemas.microsoft.com/office/drawing/2014/main" id="{7EB67968-8782-709B-258F-25C12F9EFED5}"/>
              </a:ext>
            </a:extLst>
          </p:cNvPr>
          <p:cNvSpPr>
            <a:spLocks noGrp="1"/>
          </p:cNvSpPr>
          <p:nvPr>
            <p:ph idx="1"/>
          </p:nvPr>
        </p:nvSpPr>
        <p:spPr>
          <a:xfrm>
            <a:off x="990600" y="2590801"/>
            <a:ext cx="6324599" cy="3416922"/>
          </a:xfrm>
        </p:spPr>
        <p:txBody>
          <a:bodyPr anchor="t">
            <a:normAutofit/>
          </a:bodyPr>
          <a:lstStyle/>
          <a:p>
            <a:r>
              <a:rPr lang="en-US" sz="2400" dirty="0">
                <a:solidFill>
                  <a:schemeClr val="tx2"/>
                </a:solidFill>
              </a:rPr>
              <a:t>The existing system provides the information about the vaccinations that should be given to the child according to their date of birth but fails to provide the facilities for vaccination for the kids by providing them with the best child specialist or pediatrician in their vicinity and according to their time.</a:t>
            </a:r>
          </a:p>
          <a:p>
            <a:endParaRPr lang="en-US" sz="1700" dirty="0">
              <a:solidFill>
                <a:schemeClr val="tx2"/>
              </a:solidFill>
            </a:endParaRPr>
          </a:p>
        </p:txBody>
      </p:sp>
      <p:sp>
        <p:nvSpPr>
          <p:cNvPr id="4" name="Footer Placeholder 3">
            <a:extLst>
              <a:ext uri="{FF2B5EF4-FFF2-40B4-BE49-F238E27FC236}">
                <a16:creationId xmlns:a16="http://schemas.microsoft.com/office/drawing/2014/main" id="{7DA570FD-874B-1766-6207-18EA4B902B45}"/>
              </a:ext>
            </a:extLst>
          </p:cNvPr>
          <p:cNvSpPr>
            <a:spLocks noGrp="1"/>
          </p:cNvSpPr>
          <p:nvPr>
            <p:ph type="ftr" sz="quarter" idx="11"/>
          </p:nvPr>
        </p:nvSpPr>
        <p:spPr>
          <a:xfrm>
            <a:off x="3028950" y="6356350"/>
            <a:ext cx="3086100" cy="365125"/>
          </a:xfrm>
        </p:spPr>
        <p:txBody>
          <a:bodyPr>
            <a:normAutofit/>
          </a:bodyPr>
          <a:lstStyle/>
          <a:p>
            <a:pPr>
              <a:spcAft>
                <a:spcPts val="600"/>
              </a:spcAft>
              <a:defRPr/>
            </a:pPr>
            <a:r>
              <a:rPr lang="en-US"/>
              <a:t>Date of Presentation                                  </a:t>
            </a:r>
          </a:p>
        </p:txBody>
      </p:sp>
      <p:grpSp>
        <p:nvGrpSpPr>
          <p:cNvPr id="36" name="Group 35">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793706" y="4146310"/>
            <a:ext cx="2356800" cy="2716805"/>
            <a:chOff x="-305" y="-4155"/>
            <a:chExt cx="2514948" cy="2174333"/>
          </a:xfrm>
          <a:solidFill>
            <a:schemeClr val="bg1">
              <a:alpha val="30000"/>
            </a:schemeClr>
          </a:solidFill>
        </p:grpSpPr>
        <p:sp>
          <p:nvSpPr>
            <p:cNvPr id="37" name="Freeform: Shape 36">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0" name="Freeform: Shape 39">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Slide Number Placeholder 4">
            <a:extLst>
              <a:ext uri="{FF2B5EF4-FFF2-40B4-BE49-F238E27FC236}">
                <a16:creationId xmlns:a16="http://schemas.microsoft.com/office/drawing/2014/main" id="{C1C92B0F-5CA2-221D-8B75-2946729E3954}"/>
              </a:ext>
            </a:extLst>
          </p:cNvPr>
          <p:cNvSpPr>
            <a:spLocks noGrp="1"/>
          </p:cNvSpPr>
          <p:nvPr>
            <p:ph type="sldNum" sz="quarter" idx="12"/>
          </p:nvPr>
        </p:nvSpPr>
        <p:spPr>
          <a:xfrm>
            <a:off x="6457950" y="6356350"/>
            <a:ext cx="2057400" cy="365125"/>
          </a:xfrm>
        </p:spPr>
        <p:txBody>
          <a:bodyPr>
            <a:normAutofit/>
          </a:bodyPr>
          <a:lstStyle/>
          <a:p>
            <a:pPr>
              <a:spcAft>
                <a:spcPts val="600"/>
              </a:spcAft>
              <a:defRPr/>
            </a:pPr>
            <a:fld id="{7322B5B1-5614-41AD-88EA-8FBBEA596142}" type="slidenum">
              <a:rPr lang="en-US" altLang="en-US" smtClean="0"/>
              <a:pPr>
                <a:spcAft>
                  <a:spcPts val="600"/>
                </a:spcAft>
                <a:defRPr/>
              </a:pPr>
              <a:t>5</a:t>
            </a:fld>
            <a:endParaRPr lang="en-US" altLang="en-US"/>
          </a:p>
        </p:txBody>
      </p:sp>
      <p:pic>
        <p:nvPicPr>
          <p:cNvPr id="6" name="Picture 7" descr="Image result for sies gst logo">
            <a:extLst>
              <a:ext uri="{FF2B5EF4-FFF2-40B4-BE49-F238E27FC236}">
                <a16:creationId xmlns:a16="http://schemas.microsoft.com/office/drawing/2014/main" id="{525C3D34-AFE8-087A-9F7A-9E8914344B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9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4760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1030">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32">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EC0185-C26E-23B7-375A-CA36E83DDFC2}"/>
              </a:ext>
            </a:extLst>
          </p:cNvPr>
          <p:cNvSpPr>
            <a:spLocks noGrp="1"/>
          </p:cNvSpPr>
          <p:nvPr>
            <p:ph type="title"/>
          </p:nvPr>
        </p:nvSpPr>
        <p:spPr>
          <a:xfrm>
            <a:off x="1072721" y="621831"/>
            <a:ext cx="7372350" cy="1325880"/>
          </a:xfrm>
        </p:spPr>
        <p:txBody>
          <a:bodyPr anchor="b">
            <a:normAutofit/>
          </a:bodyPr>
          <a:lstStyle/>
          <a:p>
            <a:pPr algn="ctr"/>
            <a:r>
              <a:rPr lang="en-US" altLang="en-US" sz="4800" dirty="0">
                <a:solidFill>
                  <a:schemeClr val="tx2"/>
                </a:solidFill>
              </a:rPr>
              <a:t>Proposed system</a:t>
            </a:r>
            <a:br>
              <a:rPr lang="en-US" altLang="en-US" sz="3100" dirty="0">
                <a:solidFill>
                  <a:schemeClr val="tx2"/>
                </a:solidFill>
              </a:rPr>
            </a:br>
            <a:endParaRPr lang="en-US" sz="3100" dirty="0">
              <a:solidFill>
                <a:schemeClr val="tx2"/>
              </a:solidFill>
            </a:endParaRPr>
          </a:p>
        </p:txBody>
      </p:sp>
      <p:grpSp>
        <p:nvGrpSpPr>
          <p:cNvPr id="1030" name="Group 1034">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8" y="-1"/>
            <a:ext cx="2521551" cy="2522848"/>
            <a:chOff x="-305" y="-1"/>
            <a:chExt cx="3832880" cy="2876136"/>
          </a:xfrm>
        </p:grpSpPr>
        <p:sp>
          <p:nvSpPr>
            <p:cNvPr id="1036" name="Freeform: Shape 1035">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Freeform: Shape 1036">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8" name="Freeform: Shape 1037">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Vaccination child cartoon vector.">
            <a:extLst>
              <a:ext uri="{FF2B5EF4-FFF2-40B4-BE49-F238E27FC236}">
                <a16:creationId xmlns:a16="http://schemas.microsoft.com/office/drawing/2014/main" id="{B5CACFA5-D446-2C45-B3A6-934A912791F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70583" y="2910793"/>
            <a:ext cx="2875910" cy="287591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314BC23-190C-CEF4-5C40-AFE87764C881}"/>
              </a:ext>
            </a:extLst>
          </p:cNvPr>
          <p:cNvSpPr>
            <a:spLocks noGrp="1"/>
          </p:cNvSpPr>
          <p:nvPr>
            <p:ph idx="1"/>
          </p:nvPr>
        </p:nvSpPr>
        <p:spPr>
          <a:xfrm>
            <a:off x="3962400" y="1966436"/>
            <a:ext cx="4575653" cy="4088609"/>
          </a:xfrm>
        </p:spPr>
        <p:txBody>
          <a:bodyPr anchor="ctr">
            <a:normAutofit lnSpcReduction="10000"/>
          </a:bodyPr>
          <a:lstStyle/>
          <a:p>
            <a:pPr marL="342900" lvl="0" indent="-322727" rtl="0">
              <a:spcBef>
                <a:spcPts val="0"/>
              </a:spcBef>
              <a:spcAft>
                <a:spcPts val="0"/>
              </a:spcAft>
              <a:buClr>
                <a:srgbClr val="5F497A"/>
              </a:buClr>
              <a:buSzPct val="100000"/>
              <a:buFont typeface="Noto Sans Symbols"/>
              <a:buChar char="✔"/>
            </a:pPr>
            <a:r>
              <a:rPr lang="en-US" sz="2400" dirty="0">
                <a:solidFill>
                  <a:schemeClr val="tx2"/>
                </a:solidFill>
              </a:rPr>
              <a:t>Our proposed system contains online vaccination booking, according to their time slots.</a:t>
            </a:r>
          </a:p>
          <a:p>
            <a:pPr marL="342900" lvl="0" indent="-322727" rtl="0">
              <a:spcBef>
                <a:spcPts val="480"/>
              </a:spcBef>
              <a:spcAft>
                <a:spcPts val="0"/>
              </a:spcAft>
              <a:buClr>
                <a:srgbClr val="5F497A"/>
              </a:buClr>
              <a:buSzPct val="100000"/>
              <a:buFont typeface="Noto Sans Symbols"/>
              <a:buChar char="✔"/>
            </a:pPr>
            <a:r>
              <a:rPr lang="en-US" sz="2400" dirty="0">
                <a:solidFill>
                  <a:schemeClr val="tx2"/>
                </a:solidFill>
              </a:rPr>
              <a:t>We provide licensed and qualified doctors, nurses.</a:t>
            </a:r>
          </a:p>
          <a:p>
            <a:pPr marL="342900" lvl="0" indent="-322727" rtl="0">
              <a:spcBef>
                <a:spcPts val="480"/>
              </a:spcBef>
              <a:spcAft>
                <a:spcPts val="0"/>
              </a:spcAft>
              <a:buClr>
                <a:srgbClr val="5F497A"/>
              </a:buClr>
              <a:buSzPct val="100000"/>
              <a:buFont typeface="Noto Sans Symbols"/>
              <a:buChar char="✔"/>
            </a:pPr>
            <a:r>
              <a:rPr lang="en-US" sz="2400" dirty="0">
                <a:solidFill>
                  <a:schemeClr val="tx2"/>
                </a:solidFill>
              </a:rPr>
              <a:t>We provide details about each vaccine.</a:t>
            </a:r>
          </a:p>
          <a:p>
            <a:pPr marL="342900" lvl="0" indent="-322727" rtl="0">
              <a:spcBef>
                <a:spcPts val="480"/>
              </a:spcBef>
              <a:spcAft>
                <a:spcPts val="0"/>
              </a:spcAft>
              <a:buClr>
                <a:srgbClr val="5F497A"/>
              </a:buClr>
              <a:buSzPct val="100000"/>
              <a:buFont typeface="Noto Sans Symbols"/>
              <a:buChar char="✔"/>
            </a:pPr>
            <a:r>
              <a:rPr lang="en-US" sz="2400" dirty="0">
                <a:solidFill>
                  <a:schemeClr val="tx2"/>
                </a:solidFill>
              </a:rPr>
              <a:t>We provide locations of our branches.</a:t>
            </a:r>
          </a:p>
          <a:p>
            <a:pPr marL="342900" lvl="0" indent="-322727" rtl="0">
              <a:spcBef>
                <a:spcPts val="480"/>
              </a:spcBef>
              <a:spcAft>
                <a:spcPts val="0"/>
              </a:spcAft>
              <a:buSzPct val="100000"/>
              <a:buChar char="✔"/>
            </a:pPr>
            <a:r>
              <a:rPr lang="en-US" sz="2400" dirty="0">
                <a:solidFill>
                  <a:schemeClr val="tx2"/>
                </a:solidFill>
              </a:rPr>
              <a:t>We will be providing the price of the vaccines on the site according to the market price.</a:t>
            </a:r>
          </a:p>
          <a:p>
            <a:endParaRPr lang="en-US" sz="1600" dirty="0">
              <a:solidFill>
                <a:schemeClr val="tx2"/>
              </a:solidFill>
            </a:endParaRPr>
          </a:p>
        </p:txBody>
      </p:sp>
      <p:sp>
        <p:nvSpPr>
          <p:cNvPr id="4" name="Footer Placeholder 3">
            <a:extLst>
              <a:ext uri="{FF2B5EF4-FFF2-40B4-BE49-F238E27FC236}">
                <a16:creationId xmlns:a16="http://schemas.microsoft.com/office/drawing/2014/main" id="{AB8C2657-9D7E-8CD5-6BE4-D3A63C14A871}"/>
              </a:ext>
            </a:extLst>
          </p:cNvPr>
          <p:cNvSpPr>
            <a:spLocks noGrp="1"/>
          </p:cNvSpPr>
          <p:nvPr>
            <p:ph type="ftr" sz="quarter" idx="11"/>
          </p:nvPr>
        </p:nvSpPr>
        <p:spPr>
          <a:xfrm>
            <a:off x="3028950" y="6356350"/>
            <a:ext cx="3086100" cy="365125"/>
          </a:xfrm>
        </p:spPr>
        <p:txBody>
          <a:bodyPr>
            <a:normAutofit/>
          </a:bodyPr>
          <a:lstStyle/>
          <a:p>
            <a:pPr>
              <a:spcAft>
                <a:spcPts val="600"/>
              </a:spcAft>
              <a:defRPr/>
            </a:pPr>
            <a:r>
              <a:rPr lang="en-US"/>
              <a:t>Date of Presentation                                  </a:t>
            </a:r>
          </a:p>
        </p:txBody>
      </p:sp>
      <p:sp>
        <p:nvSpPr>
          <p:cNvPr id="5" name="Slide Number Placeholder 4">
            <a:extLst>
              <a:ext uri="{FF2B5EF4-FFF2-40B4-BE49-F238E27FC236}">
                <a16:creationId xmlns:a16="http://schemas.microsoft.com/office/drawing/2014/main" id="{7692E213-988C-E20C-E04B-D35D06FC1925}"/>
              </a:ext>
            </a:extLst>
          </p:cNvPr>
          <p:cNvSpPr>
            <a:spLocks noGrp="1"/>
          </p:cNvSpPr>
          <p:nvPr>
            <p:ph type="sldNum" sz="quarter" idx="12"/>
          </p:nvPr>
        </p:nvSpPr>
        <p:spPr>
          <a:xfrm>
            <a:off x="6457950" y="6356350"/>
            <a:ext cx="2057400" cy="365125"/>
          </a:xfrm>
        </p:spPr>
        <p:txBody>
          <a:bodyPr>
            <a:normAutofit/>
          </a:bodyPr>
          <a:lstStyle/>
          <a:p>
            <a:pPr>
              <a:spcAft>
                <a:spcPts val="600"/>
              </a:spcAft>
              <a:defRPr/>
            </a:pPr>
            <a:fld id="{7322B5B1-5614-41AD-88EA-8FBBEA596142}" type="slidenum">
              <a:rPr lang="en-US" altLang="en-US" smtClean="0"/>
              <a:pPr>
                <a:spcAft>
                  <a:spcPts val="600"/>
                </a:spcAft>
                <a:defRPr/>
              </a:pPr>
              <a:t>6</a:t>
            </a:fld>
            <a:endParaRPr lang="en-US" altLang="en-US"/>
          </a:p>
        </p:txBody>
      </p:sp>
      <p:grpSp>
        <p:nvGrpSpPr>
          <p:cNvPr id="1041" name="Group 1040">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7370569" y="5084569"/>
            <a:ext cx="2151670" cy="1395192"/>
            <a:chOff x="-305" y="-4155"/>
            <a:chExt cx="2514948" cy="2174333"/>
          </a:xfrm>
        </p:grpSpPr>
        <p:sp>
          <p:nvSpPr>
            <p:cNvPr id="1032" name="Freeform: Shape 1041">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Freeform: Shape 1042">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Freeform: Shape 1043">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45" name="Freeform: Shape 1044">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7" descr="Image result for sies gst logo">
            <a:extLst>
              <a:ext uri="{FF2B5EF4-FFF2-40B4-BE49-F238E27FC236}">
                <a16:creationId xmlns:a16="http://schemas.microsoft.com/office/drawing/2014/main" id="{C1B1CBA8-2A81-3306-578C-4987FC4145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9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6903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descr="Image result for sies gst logo">
            <a:extLst>
              <a:ext uri="{FF2B5EF4-FFF2-40B4-BE49-F238E27FC236}">
                <a16:creationId xmlns:a16="http://schemas.microsoft.com/office/drawing/2014/main" id="{5D420383-809F-4E09-64F5-A5B23B6921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9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1831057-5EBF-A5EA-D7EB-8CE8B6073731}"/>
              </a:ext>
            </a:extLst>
          </p:cNvPr>
          <p:cNvSpPr>
            <a:spLocks noGrp="1"/>
          </p:cNvSpPr>
          <p:nvPr>
            <p:ph type="title"/>
          </p:nvPr>
        </p:nvSpPr>
        <p:spPr>
          <a:xfrm>
            <a:off x="457200" y="304800"/>
            <a:ext cx="8229600" cy="1143000"/>
          </a:xfrm>
        </p:spPr>
        <p:txBody>
          <a:bodyPr>
            <a:normAutofit fontScale="90000"/>
          </a:bodyPr>
          <a:lstStyle/>
          <a:p>
            <a:br>
              <a:rPr lang="en-US" altLang="en-US" sz="4400" dirty="0"/>
            </a:br>
            <a:r>
              <a:rPr lang="en-US" altLang="en-US" sz="4400" dirty="0"/>
              <a:t>Hardware and software requirements</a:t>
            </a:r>
            <a:endParaRPr lang="en-US" dirty="0"/>
          </a:p>
        </p:txBody>
      </p:sp>
      <p:sp>
        <p:nvSpPr>
          <p:cNvPr id="3" name="Content Placeholder 2">
            <a:extLst>
              <a:ext uri="{FF2B5EF4-FFF2-40B4-BE49-F238E27FC236}">
                <a16:creationId xmlns:a16="http://schemas.microsoft.com/office/drawing/2014/main" id="{FF2B9F79-C381-5F73-8119-ED50A12D0633}"/>
              </a:ext>
            </a:extLst>
          </p:cNvPr>
          <p:cNvSpPr>
            <a:spLocks noGrp="1"/>
          </p:cNvSpPr>
          <p:nvPr>
            <p:ph idx="1"/>
          </p:nvPr>
        </p:nvSpPr>
        <p:spPr>
          <a:xfrm>
            <a:off x="457200" y="2135187"/>
            <a:ext cx="4267200" cy="4221163"/>
          </a:xfrm>
        </p:spPr>
        <p:txBody>
          <a:bodyPr/>
          <a:lstStyle/>
          <a:p>
            <a:pPr marL="342900" lvl="0" indent="-139700" algn="l" rtl="0">
              <a:spcBef>
                <a:spcPts val="0"/>
              </a:spcBef>
              <a:spcAft>
                <a:spcPts val="0"/>
              </a:spcAft>
              <a:buClr>
                <a:schemeClr val="dk1"/>
              </a:buClr>
              <a:buSzPts val="3200"/>
              <a:buNone/>
            </a:pPr>
            <a:r>
              <a:rPr lang="en-US" sz="2800" dirty="0"/>
              <a:t>Software:</a:t>
            </a:r>
          </a:p>
          <a:p>
            <a:pPr marL="457200" lvl="0" indent="-361950" algn="l" rtl="0">
              <a:spcBef>
                <a:spcPts val="0"/>
              </a:spcBef>
              <a:spcAft>
                <a:spcPts val="0"/>
              </a:spcAft>
              <a:buSzPts val="2100"/>
              <a:buChar char="•"/>
            </a:pPr>
            <a:r>
              <a:rPr lang="en-US" sz="2400" dirty="0"/>
              <a:t>Visual Code Studio</a:t>
            </a:r>
            <a:endParaRPr lang="en-US" sz="2800" dirty="0"/>
          </a:p>
          <a:p>
            <a:pPr marL="342900" lvl="0" indent="-139700" algn="l" rtl="0">
              <a:spcBef>
                <a:spcPts val="0"/>
              </a:spcBef>
              <a:spcAft>
                <a:spcPts val="0"/>
              </a:spcAft>
              <a:buClr>
                <a:schemeClr val="dk1"/>
              </a:buClr>
              <a:buSzPts val="3200"/>
              <a:buNone/>
            </a:pPr>
            <a:r>
              <a:rPr lang="en-US" sz="2800" dirty="0"/>
              <a:t>Programming language:</a:t>
            </a:r>
          </a:p>
          <a:p>
            <a:pPr marL="457200" lvl="0" indent="-355600" algn="l" rtl="0">
              <a:spcBef>
                <a:spcPts val="0"/>
              </a:spcBef>
              <a:spcAft>
                <a:spcPts val="0"/>
              </a:spcAft>
              <a:buSzPts val="2000"/>
              <a:buAutoNum type="arabicPeriod"/>
            </a:pPr>
            <a:r>
              <a:rPr lang="en-US" sz="2800" dirty="0"/>
              <a:t>Html</a:t>
            </a:r>
          </a:p>
          <a:p>
            <a:pPr marL="457200" lvl="0" indent="-355600" algn="l" rtl="0">
              <a:spcBef>
                <a:spcPts val="0"/>
              </a:spcBef>
              <a:spcAft>
                <a:spcPts val="0"/>
              </a:spcAft>
              <a:buSzPts val="2000"/>
              <a:buAutoNum type="arabicPeriod"/>
            </a:pPr>
            <a:r>
              <a:rPr lang="en-US" sz="2800" dirty="0" err="1"/>
              <a:t>Css</a:t>
            </a:r>
            <a:endParaRPr lang="en-US" sz="2800" dirty="0"/>
          </a:p>
          <a:p>
            <a:pPr marL="457200" lvl="0" indent="-355600" algn="l" rtl="0">
              <a:spcBef>
                <a:spcPts val="0"/>
              </a:spcBef>
              <a:spcAft>
                <a:spcPts val="0"/>
              </a:spcAft>
              <a:buSzPts val="2000"/>
              <a:buAutoNum type="arabicPeriod"/>
            </a:pPr>
            <a:r>
              <a:rPr lang="en-US" sz="2800" dirty="0" err="1"/>
              <a:t>Javascript</a:t>
            </a:r>
            <a:endParaRPr lang="en-US" sz="2800" dirty="0"/>
          </a:p>
          <a:p>
            <a:pPr marL="457200" lvl="0" indent="-355600" algn="l" rtl="0">
              <a:spcBef>
                <a:spcPts val="0"/>
              </a:spcBef>
              <a:spcAft>
                <a:spcPts val="0"/>
              </a:spcAft>
              <a:buSzPts val="2000"/>
              <a:buAutoNum type="arabicPeriod"/>
            </a:pPr>
            <a:r>
              <a:rPr lang="en-US" sz="2800" dirty="0"/>
              <a:t>React</a:t>
            </a:r>
          </a:p>
          <a:p>
            <a:pPr marL="457200" lvl="0" indent="-355600" algn="l" rtl="0">
              <a:spcBef>
                <a:spcPts val="0"/>
              </a:spcBef>
              <a:spcAft>
                <a:spcPts val="0"/>
              </a:spcAft>
              <a:buSzPts val="2000"/>
              <a:buAutoNum type="arabicPeriod"/>
            </a:pPr>
            <a:r>
              <a:rPr lang="en-US" sz="2800" dirty="0"/>
              <a:t>Db browser (Database)</a:t>
            </a:r>
          </a:p>
          <a:p>
            <a:pPr marL="457200" lvl="0" indent="0" algn="l" rtl="0">
              <a:spcBef>
                <a:spcPts val="0"/>
              </a:spcBef>
              <a:spcAft>
                <a:spcPts val="0"/>
              </a:spcAft>
              <a:buNone/>
            </a:pPr>
            <a:endParaRPr lang="en-US" sz="3600" dirty="0"/>
          </a:p>
          <a:p>
            <a:pPr marL="457200" lvl="0" indent="0" algn="l" rtl="0">
              <a:spcBef>
                <a:spcPts val="0"/>
              </a:spcBef>
              <a:spcAft>
                <a:spcPts val="0"/>
              </a:spcAft>
              <a:buNone/>
            </a:pPr>
            <a:endParaRPr lang="en-US" sz="4000" dirty="0"/>
          </a:p>
          <a:p>
            <a:pPr marL="0" lvl="0" indent="0" algn="l" rtl="0">
              <a:spcBef>
                <a:spcPts val="0"/>
              </a:spcBef>
              <a:spcAft>
                <a:spcPts val="0"/>
              </a:spcAft>
              <a:buNone/>
            </a:pPr>
            <a:endParaRPr lang="en-US" sz="4000" dirty="0"/>
          </a:p>
          <a:p>
            <a:pPr marL="457200" lvl="0" indent="0" algn="l" rtl="0">
              <a:spcBef>
                <a:spcPts val="0"/>
              </a:spcBef>
              <a:spcAft>
                <a:spcPts val="0"/>
              </a:spcAft>
              <a:buNone/>
            </a:pPr>
            <a:endParaRPr lang="en-US" sz="4000" dirty="0"/>
          </a:p>
          <a:p>
            <a:endParaRPr lang="en-US" dirty="0"/>
          </a:p>
        </p:txBody>
      </p:sp>
      <p:sp>
        <p:nvSpPr>
          <p:cNvPr id="4" name="Footer Placeholder 3">
            <a:extLst>
              <a:ext uri="{FF2B5EF4-FFF2-40B4-BE49-F238E27FC236}">
                <a16:creationId xmlns:a16="http://schemas.microsoft.com/office/drawing/2014/main" id="{F73E65A1-3690-1218-9F10-C55B8C695304}"/>
              </a:ext>
            </a:extLst>
          </p:cNvPr>
          <p:cNvSpPr>
            <a:spLocks noGrp="1"/>
          </p:cNvSpPr>
          <p:nvPr>
            <p:ph type="ftr" sz="quarter" idx="11"/>
          </p:nvPr>
        </p:nvSpPr>
        <p:spPr/>
        <p:txBody>
          <a:bodyPr/>
          <a:lstStyle/>
          <a:p>
            <a:pPr>
              <a:defRPr/>
            </a:pPr>
            <a:r>
              <a:rPr lang="en-US"/>
              <a:t>Date of Presentation                                  </a:t>
            </a:r>
          </a:p>
        </p:txBody>
      </p:sp>
      <p:sp>
        <p:nvSpPr>
          <p:cNvPr id="5" name="Slide Number Placeholder 4">
            <a:extLst>
              <a:ext uri="{FF2B5EF4-FFF2-40B4-BE49-F238E27FC236}">
                <a16:creationId xmlns:a16="http://schemas.microsoft.com/office/drawing/2014/main" id="{6F11A40C-1481-1624-6E5D-40F12E1123E6}"/>
              </a:ext>
            </a:extLst>
          </p:cNvPr>
          <p:cNvSpPr>
            <a:spLocks noGrp="1"/>
          </p:cNvSpPr>
          <p:nvPr>
            <p:ph type="sldNum" sz="quarter" idx="12"/>
          </p:nvPr>
        </p:nvSpPr>
        <p:spPr/>
        <p:txBody>
          <a:bodyPr/>
          <a:lstStyle/>
          <a:p>
            <a:pPr>
              <a:defRPr/>
            </a:pPr>
            <a:fld id="{7322B5B1-5614-41AD-88EA-8FBBEA596142}" type="slidenum">
              <a:rPr lang="en-US" altLang="en-US" smtClean="0"/>
              <a:pPr>
                <a:defRPr/>
              </a:pPr>
              <a:t>7</a:t>
            </a:fld>
            <a:endParaRPr lang="en-US" altLang="en-US"/>
          </a:p>
        </p:txBody>
      </p:sp>
      <p:sp>
        <p:nvSpPr>
          <p:cNvPr id="8" name="TextBox 7">
            <a:extLst>
              <a:ext uri="{FF2B5EF4-FFF2-40B4-BE49-F238E27FC236}">
                <a16:creationId xmlns:a16="http://schemas.microsoft.com/office/drawing/2014/main" id="{6FFB2352-42AA-C452-69E8-CE108EC19535}"/>
              </a:ext>
            </a:extLst>
          </p:cNvPr>
          <p:cNvSpPr txBox="1"/>
          <p:nvPr/>
        </p:nvSpPr>
        <p:spPr>
          <a:xfrm>
            <a:off x="4953000" y="2228671"/>
            <a:ext cx="4572000" cy="1569660"/>
          </a:xfrm>
          <a:prstGeom prst="rect">
            <a:avLst/>
          </a:prstGeom>
          <a:noFill/>
        </p:spPr>
        <p:txBody>
          <a:bodyPr wrap="square">
            <a:spAutoFit/>
          </a:bodyPr>
          <a:lstStyle/>
          <a:p>
            <a:pPr marL="0" lvl="0" indent="0" algn="l" rtl="0">
              <a:spcBef>
                <a:spcPts val="0"/>
              </a:spcBef>
              <a:spcAft>
                <a:spcPts val="0"/>
              </a:spcAft>
              <a:buClr>
                <a:schemeClr val="dk1"/>
              </a:buClr>
              <a:buSzPts val="1100"/>
              <a:buFont typeface="Arial"/>
              <a:buNone/>
            </a:pPr>
            <a:r>
              <a:rPr lang="en-US" sz="2400" dirty="0">
                <a:latin typeface="Times New Roman" panose="02020603050405020304" pitchFamily="18" charset="0"/>
                <a:cs typeface="Times New Roman" panose="02020603050405020304" pitchFamily="18" charset="0"/>
              </a:rPr>
              <a:t>Hardware:</a:t>
            </a:r>
          </a:p>
          <a:p>
            <a:pPr marL="457200" lvl="0" indent="-298450" algn="l" rtl="0">
              <a:spcBef>
                <a:spcPts val="0"/>
              </a:spcBef>
              <a:spcAft>
                <a:spcPts val="0"/>
              </a:spcAft>
              <a:buSzPts val="1100"/>
              <a:buAutoNum type="arabicPeriod"/>
            </a:pPr>
            <a:r>
              <a:rPr lang="en-US" sz="2400" dirty="0">
                <a:latin typeface="Times New Roman" panose="02020603050405020304" pitchFamily="18" charset="0"/>
                <a:cs typeface="Times New Roman" panose="02020603050405020304" pitchFamily="18" charset="0"/>
              </a:rPr>
              <a:t>Laptop/Mobile/Tab</a:t>
            </a:r>
          </a:p>
          <a:p>
            <a:pPr marL="0" lvl="0" indent="457200" algn="l" rtl="0">
              <a:spcBef>
                <a:spcPts val="0"/>
              </a:spcBef>
              <a:spcAft>
                <a:spcPts val="0"/>
              </a:spcAft>
              <a:buNone/>
            </a:pPr>
            <a:r>
              <a:rPr lang="en-US" sz="2400" dirty="0">
                <a:latin typeface="Times New Roman" panose="02020603050405020304" pitchFamily="18" charset="0"/>
                <a:cs typeface="Times New Roman" panose="02020603050405020304" pitchFamily="18" charset="0"/>
              </a:rPr>
              <a:t>Processor:</a:t>
            </a:r>
          </a:p>
          <a:p>
            <a:pPr marL="457200" lvl="0" indent="-387350" algn="l" rtl="0">
              <a:spcBef>
                <a:spcPts val="0"/>
              </a:spcBef>
              <a:spcAft>
                <a:spcPts val="0"/>
              </a:spcAft>
              <a:buSzPts val="2500"/>
              <a:buChar char="•"/>
            </a:pPr>
            <a:r>
              <a:rPr lang="en-US" sz="2400" dirty="0">
                <a:latin typeface="Times New Roman" panose="02020603050405020304" pitchFamily="18" charset="0"/>
                <a:cs typeface="Times New Roman" panose="02020603050405020304" pitchFamily="18" charset="0"/>
              </a:rPr>
              <a:t>i5</a:t>
            </a:r>
          </a:p>
        </p:txBody>
      </p:sp>
    </p:spTree>
    <p:extLst>
      <p:ext uri="{BB962C8B-B14F-4D97-AF65-F5344CB8AC3E}">
        <p14:creationId xmlns:p14="http://schemas.microsoft.com/office/powerpoint/2010/main" val="3123849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10">
            <a:extLst>
              <a:ext uri="{FF2B5EF4-FFF2-40B4-BE49-F238E27FC236}">
                <a16:creationId xmlns:a16="http://schemas.microsoft.com/office/drawing/2014/main" id="{9389D3E0-BA02-41D3-B2AC-8FD6AA893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63807-52F9-A6ED-A682-F59EB3B3D013}"/>
              </a:ext>
            </a:extLst>
          </p:cNvPr>
          <p:cNvSpPr>
            <a:spLocks noGrp="1"/>
          </p:cNvSpPr>
          <p:nvPr>
            <p:ph type="title"/>
          </p:nvPr>
        </p:nvSpPr>
        <p:spPr>
          <a:xfrm>
            <a:off x="166588" y="592169"/>
            <a:ext cx="2974847" cy="5571900"/>
          </a:xfrm>
        </p:spPr>
        <p:txBody>
          <a:bodyPr vert="horz" lIns="91440" tIns="45720" rIns="91440" bIns="45720" rtlCol="0" anchor="ctr">
            <a:normAutofit/>
          </a:bodyPr>
          <a:lstStyle/>
          <a:p>
            <a:pPr defTabSz="914400"/>
            <a:r>
              <a:rPr lang="en-US" altLang="en-US" sz="4200" kern="1200" dirty="0">
                <a:solidFill>
                  <a:schemeClr val="tx1"/>
                </a:solidFill>
                <a:latin typeface="+mj-lt"/>
                <a:ea typeface="+mj-ea"/>
                <a:cs typeface="+mj-cs"/>
              </a:rPr>
              <a:t>System Architecture</a:t>
            </a:r>
            <a:br>
              <a:rPr lang="en-US" altLang="en-US" sz="4200" kern="1200" dirty="0">
                <a:solidFill>
                  <a:schemeClr val="tx1"/>
                </a:solidFill>
                <a:latin typeface="+mj-lt"/>
                <a:ea typeface="+mj-ea"/>
                <a:cs typeface="+mj-cs"/>
              </a:rPr>
            </a:br>
            <a:endParaRPr lang="en-US" sz="4200" kern="1200" dirty="0">
              <a:solidFill>
                <a:schemeClr val="tx1"/>
              </a:solidFill>
              <a:latin typeface="+mj-lt"/>
              <a:ea typeface="+mj-ea"/>
              <a:cs typeface="+mj-cs"/>
            </a:endParaRPr>
          </a:p>
        </p:txBody>
      </p:sp>
      <p:pic>
        <p:nvPicPr>
          <p:cNvPr id="3" name="Google Shape;232;p33" descr="A diagram of a vaccination system&#10;&#10;Description automatically generated">
            <a:extLst>
              <a:ext uri="{FF2B5EF4-FFF2-40B4-BE49-F238E27FC236}">
                <a16:creationId xmlns:a16="http://schemas.microsoft.com/office/drawing/2014/main" id="{D82FAE64-43C4-4590-3ED1-347692CBEDE8}"/>
              </a:ext>
            </a:extLst>
          </p:cNvPr>
          <p:cNvPicPr preferRelativeResize="0"/>
          <p:nvPr/>
        </p:nvPicPr>
        <p:blipFill rotWithShape="1">
          <a:blip r:embed="rId2"/>
          <a:srcRect r="4507" b="4507"/>
          <a:stretch/>
        </p:blipFill>
        <p:spPr>
          <a:xfrm>
            <a:off x="2895600" y="557190"/>
            <a:ext cx="5974713" cy="5919810"/>
          </a:xfrm>
          <a:prstGeom prst="rect">
            <a:avLst/>
          </a:prstGeom>
          <a:noFill/>
        </p:spPr>
      </p:pic>
      <p:sp>
        <p:nvSpPr>
          <p:cNvPr id="4" name="Footer Placeholder 3">
            <a:extLst>
              <a:ext uri="{FF2B5EF4-FFF2-40B4-BE49-F238E27FC236}">
                <a16:creationId xmlns:a16="http://schemas.microsoft.com/office/drawing/2014/main" id="{6B18977F-86E1-913F-51E1-C18900CA8C35}"/>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spcAft>
                <a:spcPts val="600"/>
              </a:spcAft>
              <a:defRPr/>
            </a:pPr>
            <a:r>
              <a:rPr lang="en-US" sz="1200" kern="1200">
                <a:solidFill>
                  <a:schemeClr val="tx1">
                    <a:tint val="75000"/>
                  </a:schemeClr>
                </a:solidFill>
                <a:latin typeface="+mn-lt"/>
                <a:ea typeface="+mn-ea"/>
                <a:cs typeface="+mn-cs"/>
              </a:rPr>
              <a:t>Date of Presentation                                  </a:t>
            </a:r>
          </a:p>
        </p:txBody>
      </p:sp>
      <p:sp>
        <p:nvSpPr>
          <p:cNvPr id="5" name="Slide Number Placeholder 4">
            <a:extLst>
              <a:ext uri="{FF2B5EF4-FFF2-40B4-BE49-F238E27FC236}">
                <a16:creationId xmlns:a16="http://schemas.microsoft.com/office/drawing/2014/main" id="{F18170CC-9D06-19DC-915D-6EA72900BEF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defRPr/>
            </a:pPr>
            <a:fld id="{7322B5B1-5614-41AD-88EA-8FBBEA596142}" type="slidenum">
              <a:rPr lang="en-US" altLang="en-US" sz="1200"/>
              <a:pPr>
                <a:spcAft>
                  <a:spcPts val="600"/>
                </a:spcAft>
                <a:defRPr/>
              </a:pPr>
              <a:t>8</a:t>
            </a:fld>
            <a:endParaRPr lang="en-US" altLang="en-US" sz="1200"/>
          </a:p>
        </p:txBody>
      </p:sp>
      <p:pic>
        <p:nvPicPr>
          <p:cNvPr id="6" name="Picture 7" descr="Image result for sies gst logo">
            <a:extLst>
              <a:ext uri="{FF2B5EF4-FFF2-40B4-BE49-F238E27FC236}">
                <a16:creationId xmlns:a16="http://schemas.microsoft.com/office/drawing/2014/main" id="{4AEE7BC8-225E-BAB1-3F47-F636443A7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95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73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6" name="Picture 6" descr="Desk with stethoscope and computer keyboard">
            <a:extLst>
              <a:ext uri="{FF2B5EF4-FFF2-40B4-BE49-F238E27FC236}">
                <a16:creationId xmlns:a16="http://schemas.microsoft.com/office/drawing/2014/main" id="{BC7845A3-96EE-1B6F-84B8-FFA4481A6B66}"/>
              </a:ext>
            </a:extLst>
          </p:cNvPr>
          <p:cNvPicPr>
            <a:picLocks noChangeAspect="1"/>
          </p:cNvPicPr>
          <p:nvPr/>
        </p:nvPicPr>
        <p:blipFill rotWithShape="1">
          <a:blip r:embed="rId2">
            <a:alphaModFix amt="60000"/>
          </a:blip>
          <a:srcRect l="11000" r="-1" b="-1"/>
          <a:stretch/>
        </p:blipFill>
        <p:spPr>
          <a:xfrm>
            <a:off x="20" y="10"/>
            <a:ext cx="9143980" cy="6857990"/>
          </a:xfrm>
          <a:prstGeom prst="rect">
            <a:avLst/>
          </a:prstGeom>
        </p:spPr>
      </p:pic>
      <p:sp>
        <p:nvSpPr>
          <p:cNvPr id="2" name="Title 1">
            <a:extLst>
              <a:ext uri="{FF2B5EF4-FFF2-40B4-BE49-F238E27FC236}">
                <a16:creationId xmlns:a16="http://schemas.microsoft.com/office/drawing/2014/main" id="{A23C2CDA-9A52-DCA8-9888-FAFD5BB8B7DF}"/>
              </a:ext>
            </a:extLst>
          </p:cNvPr>
          <p:cNvSpPr>
            <a:spLocks noGrp="1"/>
          </p:cNvSpPr>
          <p:nvPr>
            <p:ph type="title"/>
          </p:nvPr>
        </p:nvSpPr>
        <p:spPr>
          <a:xfrm>
            <a:off x="628649" y="1671569"/>
            <a:ext cx="3116869" cy="4072044"/>
          </a:xfrm>
        </p:spPr>
        <p:txBody>
          <a:bodyPr anchor="t">
            <a:normAutofit/>
          </a:bodyPr>
          <a:lstStyle/>
          <a:p>
            <a:r>
              <a:rPr lang="en" sz="3400">
                <a:solidFill>
                  <a:srgbClr val="FFFFFF"/>
                </a:solidFill>
                <a:latin typeface="Times New Roman" panose="02020603050405020304" pitchFamily="18" charset="0"/>
                <a:cs typeface="Times New Roman" panose="02020603050405020304" pitchFamily="18" charset="0"/>
              </a:rPr>
              <a:t>APPLICATION</a:t>
            </a:r>
            <a:endParaRPr lang="en-US" sz="3400">
              <a:solidFill>
                <a:srgbClr val="FFFFFF"/>
              </a:solidFill>
            </a:endParaRPr>
          </a:p>
        </p:txBody>
      </p:sp>
      <p:graphicFrame>
        <p:nvGraphicFramePr>
          <p:cNvPr id="65" name="Content Placeholder 2">
            <a:extLst>
              <a:ext uri="{FF2B5EF4-FFF2-40B4-BE49-F238E27FC236}">
                <a16:creationId xmlns:a16="http://schemas.microsoft.com/office/drawing/2014/main" id="{FAB892E2-D4A1-1000-84C8-D3E577C2EB5D}"/>
              </a:ext>
            </a:extLst>
          </p:cNvPr>
          <p:cNvGraphicFramePr>
            <a:graphicFrameLocks noGrp="1"/>
          </p:cNvGraphicFramePr>
          <p:nvPr>
            <p:ph idx="1"/>
            <p:extLst>
              <p:ext uri="{D42A27DB-BD31-4B8C-83A1-F6EECF244321}">
                <p14:modId xmlns:p14="http://schemas.microsoft.com/office/powerpoint/2010/main" val="4061831300"/>
              </p:ext>
            </p:extLst>
          </p:nvPr>
        </p:nvGraphicFramePr>
        <p:xfrm>
          <a:off x="3889913" y="1671569"/>
          <a:ext cx="4625436" cy="40720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AC6E7881-A2AC-C1CF-AC95-4818417554C3}"/>
              </a:ext>
            </a:extLst>
          </p:cNvPr>
          <p:cNvSpPr>
            <a:spLocks noGrp="1"/>
          </p:cNvSpPr>
          <p:nvPr>
            <p:ph type="ftr" sz="quarter" idx="11"/>
          </p:nvPr>
        </p:nvSpPr>
        <p:spPr/>
        <p:txBody>
          <a:bodyPr>
            <a:normAutofit/>
          </a:bodyPr>
          <a:lstStyle/>
          <a:p>
            <a:pPr>
              <a:spcAft>
                <a:spcPts val="600"/>
              </a:spcAft>
              <a:defRPr/>
            </a:pPr>
            <a:r>
              <a:rPr lang="en-US" sz="1000">
                <a:solidFill>
                  <a:srgbClr val="FFFFFF"/>
                </a:solidFill>
              </a:rPr>
              <a:t>Date of Presentation                                  </a:t>
            </a:r>
          </a:p>
        </p:txBody>
      </p:sp>
      <p:sp>
        <p:nvSpPr>
          <p:cNvPr id="5" name="Slide Number Placeholder 4">
            <a:extLst>
              <a:ext uri="{FF2B5EF4-FFF2-40B4-BE49-F238E27FC236}">
                <a16:creationId xmlns:a16="http://schemas.microsoft.com/office/drawing/2014/main" id="{BD0429BC-74D0-73A1-146D-4BCFE4876E33}"/>
              </a:ext>
            </a:extLst>
          </p:cNvPr>
          <p:cNvSpPr>
            <a:spLocks noGrp="1"/>
          </p:cNvSpPr>
          <p:nvPr>
            <p:ph type="sldNum" sz="quarter" idx="12"/>
          </p:nvPr>
        </p:nvSpPr>
        <p:spPr/>
        <p:txBody>
          <a:bodyPr>
            <a:normAutofit/>
          </a:bodyPr>
          <a:lstStyle/>
          <a:p>
            <a:pPr>
              <a:spcAft>
                <a:spcPts val="600"/>
              </a:spcAft>
              <a:defRPr/>
            </a:pPr>
            <a:fld id="{7322B5B1-5614-41AD-88EA-8FBBEA596142}" type="slidenum">
              <a:rPr lang="en-US" altLang="en-US" sz="1000">
                <a:solidFill>
                  <a:srgbClr val="FFFFFF"/>
                </a:solidFill>
              </a:rPr>
              <a:pPr>
                <a:spcAft>
                  <a:spcPts val="600"/>
                </a:spcAft>
                <a:defRPr/>
              </a:pPr>
              <a:t>9</a:t>
            </a:fld>
            <a:endParaRPr lang="en-US" altLang="en-US" sz="1000">
              <a:solidFill>
                <a:srgbClr val="FFFFFF"/>
              </a:solidFill>
            </a:endParaRPr>
          </a:p>
        </p:txBody>
      </p:sp>
    </p:spTree>
    <p:extLst>
      <p:ext uri="{BB962C8B-B14F-4D97-AF65-F5344CB8AC3E}">
        <p14:creationId xmlns:p14="http://schemas.microsoft.com/office/powerpoint/2010/main" val="349367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0056-14AD-138F-6B91-E20DEAB5AD4D}"/>
              </a:ext>
            </a:extLst>
          </p:cNvPr>
          <p:cNvSpPr>
            <a:spLocks noGrp="1"/>
          </p:cNvSpPr>
          <p:nvPr>
            <p:ph type="title"/>
          </p:nvPr>
        </p:nvSpPr>
        <p:spPr/>
        <p:txBody>
          <a:bodyPr/>
          <a:lstStyle/>
          <a:p>
            <a:r>
              <a:rPr lang="en" dirty="0"/>
              <a:t>References</a:t>
            </a:r>
            <a:endParaRPr lang="en-US" dirty="0"/>
          </a:p>
        </p:txBody>
      </p:sp>
      <p:sp>
        <p:nvSpPr>
          <p:cNvPr id="3" name="Content Placeholder 2">
            <a:extLst>
              <a:ext uri="{FF2B5EF4-FFF2-40B4-BE49-F238E27FC236}">
                <a16:creationId xmlns:a16="http://schemas.microsoft.com/office/drawing/2014/main" id="{BDBFBE9C-B6D2-071B-F84E-5F688E52EC70}"/>
              </a:ext>
            </a:extLst>
          </p:cNvPr>
          <p:cNvSpPr>
            <a:spLocks noGrp="1"/>
          </p:cNvSpPr>
          <p:nvPr>
            <p:ph idx="1"/>
          </p:nvPr>
        </p:nvSpPr>
        <p:spPr/>
        <p:txBody>
          <a:bodyPr/>
          <a:lstStyle/>
          <a:p>
            <a:pPr marL="457200" lvl="0" indent="-330200" algn="l" rtl="0">
              <a:spcBef>
                <a:spcPts val="360"/>
              </a:spcBef>
              <a:spcAft>
                <a:spcPts val="0"/>
              </a:spcAft>
              <a:buSzPts val="1600"/>
              <a:buChar char="•"/>
            </a:pPr>
            <a:r>
              <a:rPr lang="en-US" sz="3200" u="sng" dirty="0">
                <a:solidFill>
                  <a:schemeClr val="hlink"/>
                </a:solidFill>
                <a:hlinkClick r:id="rId2"/>
              </a:rPr>
              <a:t>https://www.apollocradle.com/vaccination/vaccination-schedule-and-the-diseases-they-protect-against/</a:t>
            </a:r>
            <a:endParaRPr lang="en-US" sz="3200" dirty="0"/>
          </a:p>
          <a:p>
            <a:pPr marL="457200" lvl="0" indent="-330200" algn="l" rtl="0">
              <a:spcBef>
                <a:spcPts val="0"/>
              </a:spcBef>
              <a:spcAft>
                <a:spcPts val="0"/>
              </a:spcAft>
              <a:buSzPts val="1600"/>
              <a:buChar char="•"/>
            </a:pPr>
            <a:r>
              <a:rPr lang="en-US" sz="3200" u="sng" dirty="0">
                <a:solidFill>
                  <a:schemeClr val="hlink"/>
                </a:solidFill>
                <a:hlinkClick r:id="rId3"/>
              </a:rPr>
              <a:t>https://kiddohealth.in/vaccination-schedule</a:t>
            </a:r>
            <a:endParaRPr lang="en-US" sz="3200" dirty="0"/>
          </a:p>
          <a:p>
            <a:endParaRPr lang="en-US" dirty="0"/>
          </a:p>
        </p:txBody>
      </p:sp>
      <p:sp>
        <p:nvSpPr>
          <p:cNvPr id="4" name="Footer Placeholder 3">
            <a:extLst>
              <a:ext uri="{FF2B5EF4-FFF2-40B4-BE49-F238E27FC236}">
                <a16:creationId xmlns:a16="http://schemas.microsoft.com/office/drawing/2014/main" id="{71F267EB-30EF-5DF0-3ABC-C7B8AD3BF7D5}"/>
              </a:ext>
            </a:extLst>
          </p:cNvPr>
          <p:cNvSpPr>
            <a:spLocks noGrp="1"/>
          </p:cNvSpPr>
          <p:nvPr>
            <p:ph type="ftr" sz="quarter" idx="11"/>
          </p:nvPr>
        </p:nvSpPr>
        <p:spPr/>
        <p:txBody>
          <a:bodyPr/>
          <a:lstStyle/>
          <a:p>
            <a:pPr>
              <a:defRPr/>
            </a:pPr>
            <a:r>
              <a:rPr lang="en-US"/>
              <a:t>Date of Presentation                                  </a:t>
            </a:r>
          </a:p>
        </p:txBody>
      </p:sp>
      <p:sp>
        <p:nvSpPr>
          <p:cNvPr id="5" name="Slide Number Placeholder 4">
            <a:extLst>
              <a:ext uri="{FF2B5EF4-FFF2-40B4-BE49-F238E27FC236}">
                <a16:creationId xmlns:a16="http://schemas.microsoft.com/office/drawing/2014/main" id="{E3A8E0A8-252D-F376-AC83-A4FA258BF27E}"/>
              </a:ext>
            </a:extLst>
          </p:cNvPr>
          <p:cNvSpPr>
            <a:spLocks noGrp="1"/>
          </p:cNvSpPr>
          <p:nvPr>
            <p:ph type="sldNum" sz="quarter" idx="12"/>
          </p:nvPr>
        </p:nvSpPr>
        <p:spPr/>
        <p:txBody>
          <a:bodyPr/>
          <a:lstStyle/>
          <a:p>
            <a:pPr>
              <a:defRPr/>
            </a:pPr>
            <a:fld id="{7322B5B1-5614-41AD-88EA-8FBBEA596142}" type="slidenum">
              <a:rPr lang="en-US" altLang="en-US" smtClean="0"/>
              <a:pPr>
                <a:defRPr/>
              </a:pPr>
              <a:t>10</a:t>
            </a:fld>
            <a:endParaRPr lang="en-US" altLang="en-US"/>
          </a:p>
        </p:txBody>
      </p:sp>
    </p:spTree>
    <p:extLst>
      <p:ext uri="{BB962C8B-B14F-4D97-AF65-F5344CB8AC3E}">
        <p14:creationId xmlns:p14="http://schemas.microsoft.com/office/powerpoint/2010/main" val="3507946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Google Shape;251;p36">
            <a:extLst>
              <a:ext uri="{FF2B5EF4-FFF2-40B4-BE49-F238E27FC236}">
                <a16:creationId xmlns:a16="http://schemas.microsoft.com/office/drawing/2014/main" id="{E95A7887-97D6-0BD1-C7B7-AB8CA15EFF3A}"/>
              </a:ext>
            </a:extLst>
          </p:cNvPr>
          <p:cNvPicPr preferRelativeResize="0">
            <a:picLocks noGrp="1"/>
          </p:cNvPicPr>
          <p:nvPr>
            <p:ph idx="1"/>
          </p:nvPr>
        </p:nvPicPr>
        <p:blipFill>
          <a:blip r:embed="rId2"/>
          <a:stretch>
            <a:fillRect/>
          </a:stretch>
        </p:blipFill>
        <p:spPr>
          <a:xfrm>
            <a:off x="0" y="0"/>
            <a:ext cx="9144000" cy="6858000"/>
          </a:xfrm>
          <a:prstGeom prst="rect">
            <a:avLst/>
          </a:prstGeom>
          <a:noFill/>
        </p:spPr>
      </p:pic>
      <p:sp>
        <p:nvSpPr>
          <p:cNvPr id="4" name="Footer Placeholder 3">
            <a:extLst>
              <a:ext uri="{FF2B5EF4-FFF2-40B4-BE49-F238E27FC236}">
                <a16:creationId xmlns:a16="http://schemas.microsoft.com/office/drawing/2014/main" id="{89CF82B9-911D-CEF2-3547-FE6E52089F6D}"/>
              </a:ext>
            </a:extLst>
          </p:cNvPr>
          <p:cNvSpPr>
            <a:spLocks noGrp="1"/>
          </p:cNvSpPr>
          <p:nvPr>
            <p:ph type="ftr" sz="quarter" idx="11"/>
          </p:nvPr>
        </p:nvSpPr>
        <p:spPr/>
        <p:txBody>
          <a:bodyPr vert="horz" lIns="91440" tIns="45720" rIns="91440" bIns="45720" rtlCol="0" anchor="ctr">
            <a:normAutofit/>
          </a:bodyPr>
          <a:lstStyle/>
          <a:p>
            <a:pPr>
              <a:spcAft>
                <a:spcPts val="600"/>
              </a:spcAft>
              <a:defRPr/>
            </a:pPr>
            <a:r>
              <a:rPr lang="en-US" kern="1200">
                <a:solidFill>
                  <a:schemeClr val="tx1">
                    <a:tint val="75000"/>
                  </a:schemeClr>
                </a:solidFill>
                <a:latin typeface="+mn-lt"/>
                <a:ea typeface="+mn-ea"/>
                <a:cs typeface="+mn-cs"/>
              </a:rPr>
              <a:t>Date of Presentation                                  </a:t>
            </a:r>
          </a:p>
        </p:txBody>
      </p:sp>
      <p:sp>
        <p:nvSpPr>
          <p:cNvPr id="5" name="Slide Number Placeholder 4">
            <a:extLst>
              <a:ext uri="{FF2B5EF4-FFF2-40B4-BE49-F238E27FC236}">
                <a16:creationId xmlns:a16="http://schemas.microsoft.com/office/drawing/2014/main" id="{67F165D2-5757-9E37-F945-294EA088D589}"/>
              </a:ext>
            </a:extLst>
          </p:cNvPr>
          <p:cNvSpPr>
            <a:spLocks noGrp="1"/>
          </p:cNvSpPr>
          <p:nvPr>
            <p:ph type="sldNum" sz="quarter" idx="12"/>
          </p:nvPr>
        </p:nvSpPr>
        <p:spPr/>
        <p:txBody>
          <a:bodyPr vert="horz" lIns="91440" tIns="45720" rIns="91440" bIns="45720" rtlCol="0" anchor="ctr">
            <a:normAutofit/>
          </a:bodyPr>
          <a:lstStyle/>
          <a:p>
            <a:pPr>
              <a:spcAft>
                <a:spcPts val="600"/>
              </a:spcAft>
              <a:defRPr/>
            </a:pPr>
            <a:fld id="{7322B5B1-5614-41AD-88EA-8FBBEA596142}" type="slidenum">
              <a:rPr lang="en-US" altLang="en-US" smtClean="0">
                <a:solidFill>
                  <a:schemeClr val="tx1">
                    <a:tint val="75000"/>
                  </a:schemeClr>
                </a:solidFill>
                <a:latin typeface="+mn-lt"/>
                <a:cs typeface="+mn-cs"/>
              </a:rPr>
              <a:pPr>
                <a:spcAft>
                  <a:spcPts val="600"/>
                </a:spcAft>
                <a:defRPr/>
              </a:pPr>
              <a:t>11</a:t>
            </a:fld>
            <a:endParaRPr lang="en-US" altLang="en-US">
              <a:solidFill>
                <a:schemeClr val="tx1">
                  <a:tint val="75000"/>
                </a:schemeClr>
              </a:solidFill>
              <a:latin typeface="+mn-lt"/>
              <a:cs typeface="+mn-cs"/>
            </a:endParaRPr>
          </a:p>
        </p:txBody>
      </p:sp>
    </p:spTree>
    <p:extLst>
      <p:ext uri="{BB962C8B-B14F-4D97-AF65-F5344CB8AC3E}">
        <p14:creationId xmlns:p14="http://schemas.microsoft.com/office/powerpoint/2010/main" val="2163928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3722</TotalTime>
  <Words>548</Words>
  <Application>Microsoft Office PowerPoint</Application>
  <PresentationFormat>On-screen Show (4:3)</PresentationFormat>
  <Paragraphs>103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Noto Sans Symbols</vt:lpstr>
      <vt:lpstr>Times New Roman</vt:lpstr>
      <vt:lpstr>Office Theme</vt:lpstr>
      <vt:lpstr>Mini Project –Semester V Internal Presentation  Part - 1</vt:lpstr>
      <vt:lpstr>Introduction </vt:lpstr>
      <vt:lpstr>Literature survey </vt:lpstr>
      <vt:lpstr>Existing system </vt:lpstr>
      <vt:lpstr>Problem definition </vt:lpstr>
      <vt:lpstr>Proposed system </vt:lpstr>
      <vt:lpstr> Hardware and software requirements</vt:lpstr>
      <vt:lpstr>System Architecture </vt:lpstr>
      <vt:lpstr>APPLICATION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Seminar Stage - 1</dc:title>
  <dc:creator>leena</dc:creator>
  <cp:lastModifiedBy>Prerna Mumbaikar</cp:lastModifiedBy>
  <cp:revision>247</cp:revision>
  <dcterms:created xsi:type="dcterms:W3CDTF">2006-08-16T00:00:00Z</dcterms:created>
  <dcterms:modified xsi:type="dcterms:W3CDTF">2023-09-13T19:11:48Z</dcterms:modified>
</cp:coreProperties>
</file>